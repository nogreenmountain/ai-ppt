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248ecd26fb4fe4" /><Relationship Type="http://schemas.openxmlformats.org/officeDocument/2006/relationships/extended-properties" Target="/docProps/app.xml" Id="R5019aee8a2034d37" /><Relationship Type="http://schemas.openxmlformats.org/officeDocument/2006/relationships/officeDocument" Target="/ppt/presentation.xml" Id="Re3520ce2f9c34d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bbcca4349c4d02"/>
  </p:sldMasterIdLst>
  <p:notesMasterIdLst>
    <p:notesMasterId xmlns:r="http://schemas.openxmlformats.org/officeDocument/2006/relationships" r:id="R2f7b9ed4501b495b"/>
  </p:notesMasterIdLst>
  <p:sldIdLst>
    <p:sldId xmlns:r="http://schemas.openxmlformats.org/officeDocument/2006/relationships" id="256" r:id="R5c4c8dc1ae4943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12da70db0a4f80" /><Relationship Type="http://schemas.openxmlformats.org/officeDocument/2006/relationships/slideMaster" Target="/ppt/slideMasters/slideMaster1.xml" Id="Rb9bbcca4349c4d02" /><Relationship Type="http://schemas.openxmlformats.org/officeDocument/2006/relationships/notesMaster" Target="/ppt/notesMasters/notesMaster1.xml" Id="R2f7b9ed4501b495b" /><Relationship Type="http://schemas.openxmlformats.org/officeDocument/2006/relationships/presProps" Target="/ppt/presProps.xml" Id="R41be5e851a75403c" /><Relationship Type="http://schemas.openxmlformats.org/officeDocument/2006/relationships/tableStyles" Target="/ppt/tableStyles.xml" Id="R6acfc8b88e9b41bc" /><Relationship Type="http://schemas.openxmlformats.org/officeDocument/2006/relationships/slide" Target="/ppt/slides/slide1.xml" Id="R5c4c8dc1ae4943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e17f4f86e748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c18d8844884246" /><Relationship Type="http://schemas.openxmlformats.org/officeDocument/2006/relationships/notesMaster" Target="/ppt/notesMasters/notesMaster1.xml" Id="Rac7d36087ed947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746dc31a645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36b621c7324755" /><Relationship Type="http://schemas.openxmlformats.org/officeDocument/2006/relationships/slideLayout" Target="/ppt/slideLayouts/slideLayout1.xml" Id="Re9b9ca2243b44f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b9ca2243b44f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6f378b8264fa9" /><Relationship Type="http://schemas.openxmlformats.org/officeDocument/2006/relationships/image" Target="/ppt/media/image.png" Id="R74bb18f3da634000" /><Relationship Type="http://schemas.openxmlformats.org/officeDocument/2006/relationships/image" Target="/ppt/media/image2.png" Id="Ra7a47420fda14ee1" /><Relationship Type="http://schemas.openxmlformats.org/officeDocument/2006/relationships/image" Target="/ppt/media/image3.png" Id="R444cfc66c95443f4" /><Relationship Type="http://schemas.openxmlformats.org/officeDocument/2006/relationships/image" Target="/ppt/media/image4.png" Id="R983336ae27a14e4d" /><Relationship Type="http://schemas.openxmlformats.org/officeDocument/2006/relationships/image" Target="/ppt/media/image5.png" Id="R7383e50159544753" /><Relationship Type="http://schemas.openxmlformats.org/officeDocument/2006/relationships/image" Target="/ppt/media/image6.png" Id="Rcb5b02b076a5457d" /><Relationship Type="http://schemas.openxmlformats.org/officeDocument/2006/relationships/image" Target="/ppt/media/image7.png" Id="R2ebcc521fa7e4365" /><Relationship Type="http://schemas.openxmlformats.org/officeDocument/2006/relationships/image" Target="/ppt/media/image8.png" Id="R1725bbe96b444b86" /><Relationship Type="http://schemas.openxmlformats.org/officeDocument/2006/relationships/image" Target="/ppt/media/image9.png" Id="Rfe3987371acc4e24" /><Relationship Type="http://schemas.openxmlformats.org/officeDocument/2006/relationships/image" Target="/ppt/media/image10.png" Id="R22ab14dfe9484499" /><Relationship Type="http://schemas.openxmlformats.org/officeDocument/2006/relationships/image" Target="/ppt/media/image11.png" Id="R8ed5471f938243c8" /><Relationship Type="http://schemas.openxmlformats.org/officeDocument/2006/relationships/image" Target="/ppt/media/image12.png" Id="R6c037b8cc7ad4b27" /><Relationship Type="http://schemas.openxmlformats.org/officeDocument/2006/relationships/image" Target="/ppt/media/image13.png" Id="R10df042cf61349eb" /><Relationship Type="http://schemas.openxmlformats.org/officeDocument/2006/relationships/image" Target="/ppt/media/image14.png" Id="Raa65e665f4114397" /><Relationship Type="http://schemas.openxmlformats.org/officeDocument/2006/relationships/image" Target="/ppt/media/image15.png" Id="Rb9023b00ba284f1b" /><Relationship Type="http://schemas.openxmlformats.org/officeDocument/2006/relationships/image" Target="/ppt/media/image16.png" Id="Rc67e543c3e0847d1" /><Relationship Type="http://schemas.openxmlformats.org/officeDocument/2006/relationships/image" Target="/ppt/media/image17.png" Id="R56b4ca949d8c46f5" /><Relationship Type="http://schemas.openxmlformats.org/officeDocument/2006/relationships/image" Target="/ppt/media/image18.png" Id="R58766379ce6744c8" /><Relationship Type="http://schemas.openxmlformats.org/officeDocument/2006/relationships/image" Target="/ppt/media/image19.png" Id="R2d7fcf56196549f0" /><Relationship Type="http://schemas.openxmlformats.org/officeDocument/2006/relationships/image" Target="/ppt/media/image20.png" Id="Re9b624e02e444cf6" /><Relationship Type="http://schemas.openxmlformats.org/officeDocument/2006/relationships/image" Target="/ppt/media/image21.png" Id="R7cce658c980146fc" /><Relationship Type="http://schemas.openxmlformats.org/officeDocument/2006/relationships/image" Target="/ppt/media/image22.png" Id="R9eced2ed35e44898" /><Relationship Type="http://schemas.openxmlformats.org/officeDocument/2006/relationships/image" Target="/ppt/media/image23.png" Id="Rdfba19cd5d5b4c3e" /><Relationship Type="http://schemas.openxmlformats.org/officeDocument/2006/relationships/image" Target="/ppt/media/image24.png" Id="R2548346dd13f482f" /><Relationship Type="http://schemas.openxmlformats.org/officeDocument/2006/relationships/image" Target="/ppt/media/image25.png" Id="Rf64ea78ff80647f9" /><Relationship Type="http://schemas.openxmlformats.org/officeDocument/2006/relationships/image" Target="/ppt/media/image26.png" Id="Rd029ec8dbe524382" /><Relationship Type="http://schemas.openxmlformats.org/officeDocument/2006/relationships/image" Target="/ppt/media/image27.png" Id="R6f70a49011624e44" /><Relationship Type="http://schemas.openxmlformats.org/officeDocument/2006/relationships/image" Target="/ppt/media/image28.png" Id="R46d0be86ee714f63" /><Relationship Type="http://schemas.openxmlformats.org/officeDocument/2006/relationships/image" Target="/ppt/media/image29.png" Id="R6b6eff0e0e274eb4" /><Relationship Type="http://schemas.openxmlformats.org/officeDocument/2006/relationships/image" Target="/ppt/media/image30.png" Id="Rafbb2a45236d4188" /><Relationship Type="http://schemas.openxmlformats.org/officeDocument/2006/relationships/image" Target="/ppt/media/image31.png" Id="R816ccd97e9cb487c" /><Relationship Type="http://schemas.openxmlformats.org/officeDocument/2006/relationships/image" Target="/ppt/media/image32.png" Id="R94758b4775564e24" /><Relationship Type="http://schemas.openxmlformats.org/officeDocument/2006/relationships/image" Target="/ppt/media/image33.png" Id="Rc96dd65817a94853" /><Relationship Type="http://schemas.openxmlformats.org/officeDocument/2006/relationships/image" Target="/ppt/media/image34.png" Id="Re6f87ba9ff69499a" /><Relationship Type="http://schemas.openxmlformats.org/officeDocument/2006/relationships/image" Target="/ppt/media/image35.png" Id="R7bb3de692ea14a39" /><Relationship Type="http://schemas.openxmlformats.org/officeDocument/2006/relationships/image" Target="/ppt/media/image36.png" Id="Rfb158f94e7854284" /><Relationship Type="http://schemas.openxmlformats.org/officeDocument/2006/relationships/image" Target="/ppt/media/image37.png" Id="R982e421efd4e45c0" /><Relationship Type="http://schemas.openxmlformats.org/officeDocument/2006/relationships/image" Target="/ppt/media/image38.png" Id="R035cac0996ab43bc" /><Relationship Type="http://schemas.openxmlformats.org/officeDocument/2006/relationships/image" Target="/ppt/media/image39.png" Id="Rfe164e8482874333" /><Relationship Type="http://schemas.openxmlformats.org/officeDocument/2006/relationships/image" Target="/ppt/media/image40.png" Id="R155c1946786f40fa" /><Relationship Type="http://schemas.openxmlformats.org/officeDocument/2006/relationships/image" Target="/ppt/media/image41.png" Id="R0883f5155e824d4e" /><Relationship Type="http://schemas.openxmlformats.org/officeDocument/2006/relationships/image" Target="/ppt/media/image42.png" Id="Rc19e5dd8dd70497a" /><Relationship Type="http://schemas.openxmlformats.org/officeDocument/2006/relationships/image" Target="/ppt/media/image43.png" Id="R5b6784a271084e4a" /><Relationship Type="http://schemas.openxmlformats.org/officeDocument/2006/relationships/image" Target="/ppt/media/image44.png" Id="R607099eaebf544ac" /><Relationship Type="http://schemas.openxmlformats.org/officeDocument/2006/relationships/image" Target="/ppt/media/image45.png" Id="R5a50bb36325c4a14" /><Relationship Type="http://schemas.openxmlformats.org/officeDocument/2006/relationships/image" Target="/ppt/media/image46.png" Id="R4b2e6144583e437b" /><Relationship Type="http://schemas.openxmlformats.org/officeDocument/2006/relationships/image" Target="/ppt/media/image47.png" Id="R6397162d37e44e1d" /><Relationship Type="http://schemas.openxmlformats.org/officeDocument/2006/relationships/image" Target="/ppt/media/image48.png" Id="Rf04b49a3bd33404f" /><Relationship Type="http://schemas.openxmlformats.org/officeDocument/2006/relationships/image" Target="/ppt/media/image49.png" Id="R9e9259433f5f4b6a" /><Relationship Type="http://schemas.openxmlformats.org/officeDocument/2006/relationships/image" Target="/ppt/media/image50.png" Id="R7ad04060e6764300" /><Relationship Type="http://schemas.openxmlformats.org/officeDocument/2006/relationships/image" Target="/ppt/media/image51.png" Id="Re59b9c5d7b354ff0" /><Relationship Type="http://schemas.openxmlformats.org/officeDocument/2006/relationships/image" Target="/ppt/media/image52.png" Id="R482a6993045348bd" /><Relationship Type="http://schemas.openxmlformats.org/officeDocument/2006/relationships/image" Target="/ppt/media/image53.png" Id="R9152815c87b54029" /><Relationship Type="http://schemas.openxmlformats.org/officeDocument/2006/relationships/image" Target="/ppt/media/image54.png" Id="Rd239f589c1684bfb" /><Relationship Type="http://schemas.openxmlformats.org/officeDocument/2006/relationships/image" Target="/ppt/media/image55.png" Id="R5527d637a61c4045" /><Relationship Type="http://schemas.openxmlformats.org/officeDocument/2006/relationships/image" Target="/ppt/media/image56.png" Id="R3c5f898b735d466e" /><Relationship Type="http://schemas.openxmlformats.org/officeDocument/2006/relationships/image" Target="/ppt/media/image57.png" Id="R793afc3f6fdb4920" /><Relationship Type="http://schemas.openxmlformats.org/officeDocument/2006/relationships/image" Target="/ppt/media/image58.png" Id="R8c9309bba5b848f5" /><Relationship Type="http://schemas.openxmlformats.org/officeDocument/2006/relationships/image" Target="/ppt/media/image59.png" Id="Rd1ef930b5cfb47d5" /><Relationship Type="http://schemas.openxmlformats.org/officeDocument/2006/relationships/image" Target="/ppt/media/image60.png" Id="R27766c224e2c4453" /><Relationship Type="http://schemas.openxmlformats.org/officeDocument/2006/relationships/image" Target="/ppt/media/image61.png" Id="R04ee9c99ebef47f4" /><Relationship Type="http://schemas.openxmlformats.org/officeDocument/2006/relationships/image" Target="/ppt/media/image62.png" Id="R27ebbafa46214ecf" /><Relationship Type="http://schemas.openxmlformats.org/officeDocument/2006/relationships/image" Target="/ppt/media/image63.png" Id="R5b0244e4f8df4288" /><Relationship Type="http://schemas.openxmlformats.org/officeDocument/2006/relationships/image" Target="/ppt/media/image64.png" Id="Ra280266fcf5847b6" /><Relationship Type="http://schemas.openxmlformats.org/officeDocument/2006/relationships/image" Target="/ppt/media/image65.png" Id="R8c164b558bb246ee" /><Relationship Type="http://schemas.openxmlformats.org/officeDocument/2006/relationships/image" Target="/ppt/media/image66.png" Id="Ra92838c73c664958" /><Relationship Type="http://schemas.openxmlformats.org/officeDocument/2006/relationships/image" Target="/ppt/media/image67.png" Id="Rcde32b1e298e45f2" /><Relationship Type="http://schemas.openxmlformats.org/officeDocument/2006/relationships/image" Target="/ppt/media/image68.png" Id="Rb076ac0c489f4d4e" /><Relationship Type="http://schemas.openxmlformats.org/officeDocument/2006/relationships/image" Target="/ppt/media/image69.png" Id="Rfc1b86cea27a46a8" /><Relationship Type="http://schemas.openxmlformats.org/officeDocument/2006/relationships/image" Target="/ppt/media/image70.png" Id="Racb8b64aad20495a" /><Relationship Type="http://schemas.openxmlformats.org/officeDocument/2006/relationships/image" Target="/ppt/media/image71.png" Id="Rb6a2bc76bf4d437a" /><Relationship Type="http://schemas.openxmlformats.org/officeDocument/2006/relationships/image" Target="/ppt/media/image72.png" Id="R56fe0ddaf18b4783" /><Relationship Type="http://schemas.openxmlformats.org/officeDocument/2006/relationships/image" Target="/ppt/media/image73.png" Id="R7693f932eb664575" /><Relationship Type="http://schemas.openxmlformats.org/officeDocument/2006/relationships/image" Target="/ppt/media/image74.png" Id="Re5af1c22492e45bf" /><Relationship Type="http://schemas.openxmlformats.org/officeDocument/2006/relationships/image" Target="/ppt/media/image75.png" Id="Ra26373c7c4ed4477" /><Relationship Type="http://schemas.openxmlformats.org/officeDocument/2006/relationships/image" Target="/ppt/media/image76.png" Id="Re34c6d2439174757" /><Relationship Type="http://schemas.openxmlformats.org/officeDocument/2006/relationships/image" Target="/ppt/media/image77.png" Id="R820074309a9d4061" /><Relationship Type="http://schemas.openxmlformats.org/officeDocument/2006/relationships/image" Target="/ppt/media/image78.png" Id="Rbce3702af2d24158" /><Relationship Type="http://schemas.openxmlformats.org/officeDocument/2006/relationships/image" Target="/ppt/media/image79.png" Id="Rcaf45cb95f3e4685" /><Relationship Type="http://schemas.openxmlformats.org/officeDocument/2006/relationships/image" Target="/ppt/media/image80.png" Id="Rdcc7c12e5c424a02" /><Relationship Type="http://schemas.openxmlformats.org/officeDocument/2006/relationships/image" Target="/ppt/media/image81.png" Id="R262de860c8ef45b8" /><Relationship Type="http://schemas.openxmlformats.org/officeDocument/2006/relationships/image" Target="/ppt/media/image82.png" Id="Re2bcc5bc020c4935" /><Relationship Type="http://schemas.openxmlformats.org/officeDocument/2006/relationships/image" Target="/ppt/media/image83.png" Id="R6a59eebdaf8d4ab5" /><Relationship Type="http://schemas.openxmlformats.org/officeDocument/2006/relationships/image" Target="/ppt/media/image84.png" Id="R79b713a3e3e3473f" /><Relationship Type="http://schemas.openxmlformats.org/officeDocument/2006/relationships/image" Target="/ppt/media/image85.png" Id="R08a0c03bc53e4b51" /><Relationship Type="http://schemas.openxmlformats.org/officeDocument/2006/relationships/image" Target="/ppt/media/image86.png" Id="Ra5e49199fc9447ae" /><Relationship Type="http://schemas.openxmlformats.org/officeDocument/2006/relationships/image" Target="/ppt/media/image87.png" Id="Rc4ea70b32a0b4976" /><Relationship Type="http://schemas.openxmlformats.org/officeDocument/2006/relationships/image" Target="/ppt/media/image88.png" Id="Reccb6580d3124749" /><Relationship Type="http://schemas.openxmlformats.org/officeDocument/2006/relationships/image" Target="/ppt/media/image89.png" Id="R458014d4abdb43d0" /><Relationship Type="http://schemas.openxmlformats.org/officeDocument/2006/relationships/image" Target="/ppt/media/image90.png" Id="Rcd3596dafa6e4541" /><Relationship Type="http://schemas.openxmlformats.org/officeDocument/2006/relationships/image" Target="/ppt/media/image91.png" Id="R9710a1f1608f4ec4" /><Relationship Type="http://schemas.openxmlformats.org/officeDocument/2006/relationships/image" Target="/ppt/media/image92.png" Id="R9b0d8ca26e0b4bae" /><Relationship Type="http://schemas.openxmlformats.org/officeDocument/2006/relationships/image" Target="/ppt/media/image93.png" Id="R97d98fd4f3a04312" /><Relationship Type="http://schemas.openxmlformats.org/officeDocument/2006/relationships/image" Target="/ppt/media/image94.png" Id="Rc1b2396486274a70" /><Relationship Type="http://schemas.openxmlformats.org/officeDocument/2006/relationships/image" Target="/ppt/media/image95.png" Id="Rb7117de8352848e2" /><Relationship Type="http://schemas.openxmlformats.org/officeDocument/2006/relationships/image" Target="/ppt/media/image96.png" Id="R0cbe0fbf02c74eb1" /><Relationship Type="http://schemas.openxmlformats.org/officeDocument/2006/relationships/image" Target="/ppt/media/image97.png" Id="R9f1b15fe913c4972" /><Relationship Type="http://schemas.openxmlformats.org/officeDocument/2006/relationships/image" Target="/ppt/media/image98.png" Id="Ra450010a0c4e4a6f" /><Relationship Type="http://schemas.openxmlformats.org/officeDocument/2006/relationships/image" Target="/ppt/media/image99.png" Id="Rce7582a943b043dd" /><Relationship Type="http://schemas.openxmlformats.org/officeDocument/2006/relationships/image" Target="/ppt/media/image100.png" Id="Rf48f8e1120d84f6c" /><Relationship Type="http://schemas.openxmlformats.org/officeDocument/2006/relationships/image" Target="/ppt/media/image101.png" Id="Rccbe6c8d25974652" /><Relationship Type="http://schemas.openxmlformats.org/officeDocument/2006/relationships/image" Target="/ppt/media/image102.png" Id="R657a44f3b40a4fd8" /><Relationship Type="http://schemas.openxmlformats.org/officeDocument/2006/relationships/image" Target="/ppt/media/image103.png" Id="R7410c15c1ed94bc4" /><Relationship Type="http://schemas.openxmlformats.org/officeDocument/2006/relationships/image" Target="/ppt/media/image104.png" Id="R750568a4354d42fb" /><Relationship Type="http://schemas.openxmlformats.org/officeDocument/2006/relationships/notesSlide" Target="/ppt/notesSlides/notesSlide1.xml" Id="R6147a550987f4c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b18f3da634000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47420fda14ee1"/>
          <a:stretch xmlns:a="http://schemas.openxmlformats.org/drawingml/2006/main"/>
        </p:blipFill>
        <p:spPr>
          <a:xfrm xmlns:a="http://schemas.openxmlformats.org/drawingml/2006/main">
            <a:off x="4031504" y="2523744"/>
            <a:ext cx="231648" cy="85344"/>
          </a:xfrm>
          <a:prstGeom xmlns:a="http://schemas.openxmlformats.org/drawingml/2006/main" prst="rect">
            <a:avLst/>
          </a:prstGeom>
        </p:spPr>
      </p:pic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cfc66c95443f4"/>
          <a:stretch xmlns:a="http://schemas.openxmlformats.org/drawingml/2006/main"/>
        </p:blipFill>
        <p:spPr>
          <a:xfrm xmlns:a="http://schemas.openxmlformats.org/drawingml/2006/main">
            <a:off x="744141" y="3407664"/>
            <a:ext cx="109728" cy="219456"/>
          </a:xfrm>
          <a:prstGeom xmlns:a="http://schemas.openxmlformats.org/drawingml/2006/main" prst="rect">
            <a:avLst/>
          </a:prstGeom>
        </p:spPr>
      </p:pic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336ae27a14e4d"/>
          <a:stretch xmlns:a="http://schemas.openxmlformats.org/drawingml/2006/main"/>
        </p:blipFill>
        <p:spPr>
          <a:xfrm xmlns:a="http://schemas.openxmlformats.org/drawingml/2006/main">
            <a:off x="5672233" y="5053584"/>
            <a:ext cx="402336" cy="54864"/>
          </a:xfrm>
          <a:prstGeom xmlns:a="http://schemas.openxmlformats.org/drawingml/2006/main" prst="rect">
            <a:avLst/>
          </a:prstGeom>
        </p:spPr>
      </p:pic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3e50159544753"/>
          <a:stretch xmlns:a="http://schemas.openxmlformats.org/drawingml/2006/main"/>
        </p:blipFill>
        <p:spPr>
          <a:xfrm xmlns:a="http://schemas.openxmlformats.org/drawingml/2006/main">
            <a:off x="3183827" y="2456688"/>
            <a:ext cx="298704" cy="109728"/>
          </a:xfrm>
          <a:prstGeom xmlns:a="http://schemas.openxmlformats.org/drawingml/2006/main" prst="rect">
            <a:avLst/>
          </a:prstGeom>
        </p:spPr>
      </p:pic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b02b076a5457d"/>
          <a:stretch xmlns:a="http://schemas.openxmlformats.org/drawingml/2006/main"/>
        </p:blipFill>
        <p:spPr>
          <a:xfrm xmlns:a="http://schemas.openxmlformats.org/drawingml/2006/main">
            <a:off x="4867132" y="2913888"/>
            <a:ext cx="195072" cy="67056"/>
          </a:xfrm>
          <a:prstGeom xmlns:a="http://schemas.openxmlformats.org/drawingml/2006/main" prst="rect">
            <a:avLst/>
          </a:prstGeom>
        </p:spPr>
      </p:pic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cc521fa7e4365"/>
          <a:stretch xmlns:a="http://schemas.openxmlformats.org/drawingml/2006/main"/>
        </p:blipFill>
        <p:spPr>
          <a:xfrm xmlns:a="http://schemas.openxmlformats.org/drawingml/2006/main">
            <a:off x="8935164" y="2359152"/>
            <a:ext cx="128016" cy="201168"/>
          </a:xfrm>
          <a:prstGeom xmlns:a="http://schemas.openxmlformats.org/drawingml/2006/main" prst="rect">
            <a:avLst/>
          </a:prstGeom>
        </p:spPr>
      </p:pic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5bbe96b444b86"/>
          <a:stretch xmlns:a="http://schemas.openxmlformats.org/drawingml/2006/main"/>
        </p:blipFill>
        <p:spPr>
          <a:xfrm xmlns:a="http://schemas.openxmlformats.org/drawingml/2006/main">
            <a:off x="4037600" y="2328672"/>
            <a:ext cx="213360" cy="91440"/>
          </a:xfrm>
          <a:prstGeom xmlns:a="http://schemas.openxmlformats.org/drawingml/2006/main" prst="rect">
            <a:avLst/>
          </a:prstGeom>
        </p:spPr>
      </p:pic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987371acc4e24"/>
          <a:stretch xmlns:a="http://schemas.openxmlformats.org/drawingml/2006/main"/>
        </p:blipFill>
        <p:spPr>
          <a:xfrm xmlns:a="http://schemas.openxmlformats.org/drawingml/2006/main">
            <a:off x="652605" y="4248912"/>
            <a:ext cx="207264" cy="274320"/>
          </a:xfrm>
          <a:prstGeom xmlns:a="http://schemas.openxmlformats.org/drawingml/2006/main" prst="rect">
            <a:avLst/>
          </a:prstGeom>
        </p:spPr>
      </p:pic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b14dfe9484499"/>
          <a:stretch xmlns:a="http://schemas.openxmlformats.org/drawingml/2006/main"/>
        </p:blipFill>
        <p:spPr>
          <a:xfrm xmlns:a="http://schemas.openxmlformats.org/drawingml/2006/main">
            <a:off x="4446222" y="4596384"/>
            <a:ext cx="280416" cy="128016"/>
          </a:xfrm>
          <a:prstGeom xmlns:a="http://schemas.openxmlformats.org/drawingml/2006/main" prst="rect">
            <a:avLst/>
          </a:prstGeom>
        </p:spPr>
      </p:pic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5471f938243c8"/>
          <a:stretch xmlns:a="http://schemas.openxmlformats.org/drawingml/2006/main"/>
        </p:blipFill>
        <p:spPr>
          <a:xfrm xmlns:a="http://schemas.openxmlformats.org/drawingml/2006/main">
            <a:off x="9618345" y="908304"/>
            <a:ext cx="701040" cy="24384"/>
          </a:xfrm>
          <a:prstGeom xmlns:a="http://schemas.openxmlformats.org/drawingml/2006/main" prst="rect">
            <a:avLst/>
          </a:prstGeom>
        </p:spPr>
      </p:pic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37b8cc7ad4b27"/>
          <a:stretch xmlns:a="http://schemas.openxmlformats.org/drawingml/2006/main"/>
        </p:blipFill>
        <p:spPr>
          <a:xfrm xmlns:a="http://schemas.openxmlformats.org/drawingml/2006/main">
            <a:off x="6727269" y="4517136"/>
            <a:ext cx="274320" cy="201168"/>
          </a:xfrm>
          <a:prstGeom xmlns:a="http://schemas.openxmlformats.org/drawingml/2006/main" prst="rect">
            <a:avLst/>
          </a:prstGeom>
        </p:spPr>
      </p:pic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f042cf61349eb"/>
          <a:stretch xmlns:a="http://schemas.openxmlformats.org/drawingml/2006/main"/>
        </p:blipFill>
        <p:spPr>
          <a:xfrm xmlns:a="http://schemas.openxmlformats.org/drawingml/2006/main">
            <a:off x="10990612" y="627888"/>
            <a:ext cx="304800" cy="128016"/>
          </a:xfrm>
          <a:prstGeom xmlns:a="http://schemas.openxmlformats.org/drawingml/2006/main" prst="rect">
            <a:avLst/>
          </a:prstGeom>
        </p:spPr>
      </p:pic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5e665f4114397"/>
          <a:stretch xmlns:a="http://schemas.openxmlformats.org/drawingml/2006/main"/>
        </p:blipFill>
        <p:spPr>
          <a:xfrm xmlns:a="http://schemas.openxmlformats.org/drawingml/2006/main">
            <a:off x="4427982" y="4340352"/>
            <a:ext cx="304800" cy="274320"/>
          </a:xfrm>
          <a:prstGeom xmlns:a="http://schemas.openxmlformats.org/drawingml/2006/main" prst="rect">
            <a:avLst/>
          </a:prstGeom>
        </p:spPr>
      </p:pic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23b00ba284f1b"/>
          <a:stretch xmlns:a="http://schemas.openxmlformats.org/drawingml/2006/main"/>
        </p:blipFill>
        <p:spPr>
          <a:xfrm xmlns:a="http://schemas.openxmlformats.org/drawingml/2006/main">
            <a:off x="6233589" y="871728"/>
            <a:ext cx="1310640" cy="18288"/>
          </a:xfrm>
          <a:prstGeom xmlns:a="http://schemas.openxmlformats.org/drawingml/2006/main" prst="rect">
            <a:avLst/>
          </a:prstGeom>
        </p:spPr>
      </p:pic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e543c3e0847d1"/>
          <a:stretch xmlns:a="http://schemas.openxmlformats.org/drawingml/2006/main"/>
        </p:blipFill>
        <p:spPr>
          <a:xfrm xmlns:a="http://schemas.openxmlformats.org/drawingml/2006/main">
            <a:off x="3604689" y="1420368"/>
            <a:ext cx="493776" cy="134112"/>
          </a:xfrm>
          <a:prstGeom xmlns:a="http://schemas.openxmlformats.org/drawingml/2006/main" prst="rect">
            <a:avLst/>
          </a:prstGeom>
        </p:spPr>
      </p:pic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4ca949d8c46f5"/>
          <a:stretch xmlns:a="http://schemas.openxmlformats.org/drawingml/2006/main"/>
        </p:blipFill>
        <p:spPr>
          <a:xfrm xmlns:a="http://schemas.openxmlformats.org/drawingml/2006/main">
            <a:off x="2939891" y="4925568"/>
            <a:ext cx="743712" cy="134112"/>
          </a:xfrm>
          <a:prstGeom xmlns:a="http://schemas.openxmlformats.org/drawingml/2006/main" prst="rect">
            <a:avLst/>
          </a:prstGeom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66379ce6744c8"/>
          <a:stretch xmlns:a="http://schemas.openxmlformats.org/drawingml/2006/main"/>
        </p:blipFill>
        <p:spPr>
          <a:xfrm xmlns:a="http://schemas.openxmlformats.org/drawingml/2006/main">
            <a:off x="5556314" y="4358640"/>
            <a:ext cx="292608" cy="365760"/>
          </a:xfrm>
          <a:prstGeom xmlns:a="http://schemas.openxmlformats.org/drawingml/2006/main" prst="rect">
            <a:avLst/>
          </a:prstGeom>
        </p:spPr>
      </p:pic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fcf56196549f0"/>
          <a:stretch xmlns:a="http://schemas.openxmlformats.org/drawingml/2006/main"/>
        </p:blipFill>
        <p:spPr>
          <a:xfrm xmlns:a="http://schemas.openxmlformats.org/drawingml/2006/main">
            <a:off x="3684079" y="4980432"/>
            <a:ext cx="1152144" cy="128016"/>
          </a:xfrm>
          <a:prstGeom xmlns:a="http://schemas.openxmlformats.org/drawingml/2006/main" prst="rect">
            <a:avLst/>
          </a:prstGeom>
        </p:spPr>
      </p:pic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624e02e444cf6"/>
          <a:stretch xmlns:a="http://schemas.openxmlformats.org/drawingml/2006/main"/>
        </p:blipFill>
        <p:spPr>
          <a:xfrm xmlns:a="http://schemas.openxmlformats.org/drawingml/2006/main">
            <a:off x="6135957" y="4949952"/>
            <a:ext cx="1267968" cy="158496"/>
          </a:xfrm>
          <a:prstGeom xmlns:a="http://schemas.openxmlformats.org/drawingml/2006/main" prst="rect">
            <a:avLst/>
          </a:prstGeom>
        </p:spPr>
      </p:pic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e658c980146fc"/>
          <a:stretch xmlns:a="http://schemas.openxmlformats.org/drawingml/2006/main"/>
        </p:blipFill>
        <p:spPr>
          <a:xfrm xmlns:a="http://schemas.openxmlformats.org/drawingml/2006/main">
            <a:off x="5769864" y="1578864"/>
            <a:ext cx="682752" cy="347472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ed2ed35e44898"/>
          <a:stretch xmlns:a="http://schemas.openxmlformats.org/drawingml/2006/main"/>
        </p:blipFill>
        <p:spPr>
          <a:xfrm xmlns:a="http://schemas.openxmlformats.org/drawingml/2006/main">
            <a:off x="11332083" y="219456"/>
            <a:ext cx="377952" cy="316992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a19cd5d5b4c3e"/>
          <a:stretch xmlns:a="http://schemas.openxmlformats.org/drawingml/2006/main"/>
        </p:blipFill>
        <p:spPr>
          <a:xfrm xmlns:a="http://schemas.openxmlformats.org/drawingml/2006/main">
            <a:off x="9240726" y="1444752"/>
            <a:ext cx="2511552" cy="463296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8346dd13f482f"/>
          <a:stretch xmlns:a="http://schemas.openxmlformats.org/drawingml/2006/main"/>
        </p:blipFill>
        <p:spPr>
          <a:xfrm xmlns:a="http://schemas.openxmlformats.org/drawingml/2006/main">
            <a:off x="415338" y="1444752"/>
            <a:ext cx="2554224" cy="481584"/>
          </a:xfrm>
          <a:prstGeom xmlns:a="http://schemas.openxmlformats.org/drawingml/2006/main" prst="rect">
            <a:avLst/>
          </a:prstGeom>
        </p:spPr>
      </p:pic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ea78ff80647f9"/>
          <a:stretch xmlns:a="http://schemas.openxmlformats.org/drawingml/2006/main"/>
        </p:blipFill>
        <p:spPr>
          <a:xfrm xmlns:a="http://schemas.openxmlformats.org/drawingml/2006/main">
            <a:off x="3860673" y="3096768"/>
            <a:ext cx="79248" cy="24384"/>
          </a:xfrm>
          <a:prstGeom xmlns:a="http://schemas.openxmlformats.org/drawingml/2006/main" prst="rect">
            <a:avLst/>
          </a:prstGeom>
        </p:spPr>
      </p:pic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9ec8dbe524382"/>
          <a:stretch xmlns:a="http://schemas.openxmlformats.org/drawingml/2006/main"/>
        </p:blipFill>
        <p:spPr>
          <a:xfrm xmlns:a="http://schemas.openxmlformats.org/drawingml/2006/main">
            <a:off x="11606498" y="213360"/>
            <a:ext cx="48768" cy="48768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0a49011624e44"/>
          <a:stretch xmlns:a="http://schemas.openxmlformats.org/drawingml/2006/main"/>
        </p:blipFill>
        <p:spPr>
          <a:xfrm xmlns:a="http://schemas.openxmlformats.org/drawingml/2006/main">
            <a:off x="3049524" y="6352032"/>
            <a:ext cx="60960" cy="97536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0be86ee714f63"/>
          <a:stretch xmlns:a="http://schemas.openxmlformats.org/drawingml/2006/main"/>
        </p:blipFill>
        <p:spPr>
          <a:xfrm xmlns:a="http://schemas.openxmlformats.org/drawingml/2006/main">
            <a:off x="3567970" y="3096768"/>
            <a:ext cx="79248" cy="24384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eff0e0e274eb4"/>
          <a:stretch xmlns:a="http://schemas.openxmlformats.org/drawingml/2006/main"/>
        </p:blipFill>
        <p:spPr>
          <a:xfrm xmlns:a="http://schemas.openxmlformats.org/drawingml/2006/main">
            <a:off x="4629150" y="4578096"/>
            <a:ext cx="67056" cy="54864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b2a45236d4188"/>
          <a:stretch xmlns:a="http://schemas.openxmlformats.org/drawingml/2006/main"/>
        </p:blipFill>
        <p:spPr>
          <a:xfrm xmlns:a="http://schemas.openxmlformats.org/drawingml/2006/main">
            <a:off x="3653314" y="3096768"/>
            <a:ext cx="79248" cy="24384"/>
          </a:xfrm>
          <a:prstGeom xmlns:a="http://schemas.openxmlformats.org/drawingml/2006/main" prst="rect">
            <a:avLst/>
          </a:prstGeom>
        </p:spPr>
      </p:pic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ccd97e9cb487c"/>
          <a:stretch xmlns:a="http://schemas.openxmlformats.org/drawingml/2006/main"/>
        </p:blipFill>
        <p:spPr>
          <a:xfrm xmlns:a="http://schemas.openxmlformats.org/drawingml/2006/main">
            <a:off x="8599694" y="3096768"/>
            <a:ext cx="128016" cy="18288"/>
          </a:xfrm>
          <a:prstGeom xmlns:a="http://schemas.openxmlformats.org/drawingml/2006/main" prst="rect">
            <a:avLst/>
          </a:prstGeom>
        </p:spPr>
      </p:pic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58b4775564e24"/>
          <a:stretch xmlns:a="http://schemas.openxmlformats.org/drawingml/2006/main"/>
        </p:blipFill>
        <p:spPr>
          <a:xfrm xmlns:a="http://schemas.openxmlformats.org/drawingml/2006/main">
            <a:off x="3415522" y="4102608"/>
            <a:ext cx="97536" cy="85344"/>
          </a:xfrm>
          <a:prstGeom xmlns:a="http://schemas.openxmlformats.org/drawingml/2006/main" prst="rect">
            <a:avLst/>
          </a:prstGeom>
        </p:spPr>
      </p:pic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dd65817a94853"/>
          <a:stretch xmlns:a="http://schemas.openxmlformats.org/drawingml/2006/main"/>
        </p:blipFill>
        <p:spPr>
          <a:xfrm xmlns:a="http://schemas.openxmlformats.org/drawingml/2006/main">
            <a:off x="1988249" y="5053584"/>
            <a:ext cx="91440" cy="60960"/>
          </a:xfrm>
          <a:prstGeom xmlns:a="http://schemas.openxmlformats.org/drawingml/2006/main" prst="rect">
            <a:avLst/>
          </a:prstGeom>
        </p:spPr>
      </p:pic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87ba9ff69499a"/>
          <a:stretch xmlns:a="http://schemas.openxmlformats.org/drawingml/2006/main"/>
        </p:blipFill>
        <p:spPr>
          <a:xfrm xmlns:a="http://schemas.openxmlformats.org/drawingml/2006/main">
            <a:off x="9325451" y="6352032"/>
            <a:ext cx="67056" cy="103632"/>
          </a:xfrm>
          <a:prstGeom xmlns:a="http://schemas.openxmlformats.org/drawingml/2006/main" prst="rect">
            <a:avLst/>
          </a:prstGeom>
        </p:spPr>
      </p:pic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3de692ea14a39"/>
          <a:stretch xmlns:a="http://schemas.openxmlformats.org/drawingml/2006/main"/>
        </p:blipFill>
        <p:spPr>
          <a:xfrm xmlns:a="http://schemas.openxmlformats.org/drawingml/2006/main">
            <a:off x="3750945" y="3096768"/>
            <a:ext cx="85344" cy="24384"/>
          </a:xfrm>
          <a:prstGeom xmlns:a="http://schemas.openxmlformats.org/drawingml/2006/main" prst="rect">
            <a:avLst/>
          </a:prstGeom>
        </p:spPr>
      </p:pic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58f94e7854284"/>
          <a:stretch xmlns:a="http://schemas.openxmlformats.org/drawingml/2006/main"/>
        </p:blipFill>
        <p:spPr>
          <a:xfrm xmlns:a="http://schemas.openxmlformats.org/drawingml/2006/main">
            <a:off x="9721882" y="6297168"/>
            <a:ext cx="79248" cy="79248"/>
          </a:xfrm>
          <a:prstGeom xmlns:a="http://schemas.openxmlformats.org/drawingml/2006/main" prst="rect">
            <a:avLst/>
          </a:prstGeom>
        </p:spPr>
      </p:pic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e421efd4e45c0"/>
          <a:stretch xmlns:a="http://schemas.openxmlformats.org/drawingml/2006/main"/>
        </p:blipFill>
        <p:spPr>
          <a:xfrm xmlns:a="http://schemas.openxmlformats.org/drawingml/2006/main">
            <a:off x="9721882" y="6400800"/>
            <a:ext cx="73152" cy="73152"/>
          </a:xfrm>
          <a:prstGeom xmlns:a="http://schemas.openxmlformats.org/drawingml/2006/main" prst="rect">
            <a:avLst/>
          </a:prstGeom>
        </p:spPr>
      </p:pic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cac0996ab43bc"/>
          <a:stretch xmlns:a="http://schemas.openxmlformats.org/drawingml/2006/main"/>
        </p:blipFill>
        <p:spPr>
          <a:xfrm xmlns:a="http://schemas.openxmlformats.org/drawingml/2006/main">
            <a:off x="2683574" y="5242560"/>
            <a:ext cx="85344" cy="36576"/>
          </a:xfrm>
          <a:prstGeom xmlns:a="http://schemas.openxmlformats.org/drawingml/2006/main" prst="rect">
            <a:avLst/>
          </a:prstGeom>
        </p:spPr>
      </p:pic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64e8482874333"/>
          <a:stretch xmlns:a="http://schemas.openxmlformats.org/drawingml/2006/main"/>
        </p:blipFill>
        <p:spPr>
          <a:xfrm xmlns:a="http://schemas.openxmlformats.org/drawingml/2006/main">
            <a:off x="5617226" y="1975104"/>
            <a:ext cx="109728" cy="30480"/>
          </a:xfrm>
          <a:prstGeom xmlns:a="http://schemas.openxmlformats.org/drawingml/2006/main" prst="rect">
            <a:avLst/>
          </a:prstGeom>
        </p:spPr>
      </p:pic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c1946786f40fa"/>
          <a:stretch xmlns:a="http://schemas.openxmlformats.org/drawingml/2006/main"/>
        </p:blipFill>
        <p:spPr>
          <a:xfrm xmlns:a="http://schemas.openxmlformats.org/drawingml/2006/main">
            <a:off x="7196900" y="6321552"/>
            <a:ext cx="67056" cy="134112"/>
          </a:xfrm>
          <a:prstGeom xmlns:a="http://schemas.openxmlformats.org/drawingml/2006/main" prst="rect">
            <a:avLst/>
          </a:prstGeom>
        </p:spPr>
      </p:pic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3f5155e824d4e"/>
          <a:stretch xmlns:a="http://schemas.openxmlformats.org/drawingml/2006/main"/>
        </p:blipFill>
        <p:spPr>
          <a:xfrm xmlns:a="http://schemas.openxmlformats.org/drawingml/2006/main">
            <a:off x="9813417" y="6400800"/>
            <a:ext cx="79248" cy="73152"/>
          </a:xfrm>
          <a:prstGeom xmlns:a="http://schemas.openxmlformats.org/drawingml/2006/main" prst="rect">
            <a:avLst/>
          </a:prstGeom>
        </p:spPr>
      </p:pic>
      <p:pic>
        <p:nvPicPr>
          <p:cNvPr id="2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e5dd8dd70497a"/>
          <a:stretch xmlns:a="http://schemas.openxmlformats.org/drawingml/2006/main"/>
        </p:blipFill>
        <p:spPr>
          <a:xfrm xmlns:a="http://schemas.openxmlformats.org/drawingml/2006/main">
            <a:off x="5111020" y="6327648"/>
            <a:ext cx="73152" cy="128016"/>
          </a:xfrm>
          <a:prstGeom xmlns:a="http://schemas.openxmlformats.org/drawingml/2006/main" prst="rect">
            <a:avLst/>
          </a:prstGeom>
        </p:spPr>
      </p:pic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784a271084e4a"/>
          <a:stretch xmlns:a="http://schemas.openxmlformats.org/drawingml/2006/main"/>
        </p:blipFill>
        <p:spPr>
          <a:xfrm xmlns:a="http://schemas.openxmlformats.org/drawingml/2006/main">
            <a:off x="6507718" y="1975104"/>
            <a:ext cx="121920" cy="30480"/>
          </a:xfrm>
          <a:prstGeom xmlns:a="http://schemas.openxmlformats.org/drawingml/2006/main" prst="rect">
            <a:avLst/>
          </a:prstGeom>
        </p:spPr>
      </p:pic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099eaebf544ac"/>
          <a:stretch xmlns:a="http://schemas.openxmlformats.org/drawingml/2006/main"/>
        </p:blipFill>
        <p:spPr>
          <a:xfrm xmlns:a="http://schemas.openxmlformats.org/drawingml/2006/main">
            <a:off x="1719977" y="4828032"/>
            <a:ext cx="115824" cy="121920"/>
          </a:xfrm>
          <a:prstGeom xmlns:a="http://schemas.openxmlformats.org/drawingml/2006/main" prst="rect">
            <a:avLst/>
          </a:prstGeom>
        </p:spPr>
      </p:pic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0bb36325c4a14"/>
          <a:stretch xmlns:a="http://schemas.openxmlformats.org/drawingml/2006/main"/>
        </p:blipFill>
        <p:spPr>
          <a:xfrm xmlns:a="http://schemas.openxmlformats.org/drawingml/2006/main">
            <a:off x="3391138" y="3096768"/>
            <a:ext cx="164592" cy="24384"/>
          </a:xfrm>
          <a:prstGeom xmlns:a="http://schemas.openxmlformats.org/drawingml/2006/main" prst="rect">
            <a:avLst/>
          </a:prstGeom>
        </p:spPr>
      </p:pic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e6144583e437b"/>
          <a:stretch xmlns:a="http://schemas.openxmlformats.org/drawingml/2006/main"/>
        </p:blipFill>
        <p:spPr>
          <a:xfrm xmlns:a="http://schemas.openxmlformats.org/drawingml/2006/main">
            <a:off x="6074664" y="3364992"/>
            <a:ext cx="79248" cy="109728"/>
          </a:xfrm>
          <a:prstGeom xmlns:a="http://schemas.openxmlformats.org/drawingml/2006/main" prst="rect">
            <a:avLst/>
          </a:prstGeom>
        </p:spPr>
      </p:pic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7162d37e44e1d"/>
          <a:stretch xmlns:a="http://schemas.openxmlformats.org/drawingml/2006/main"/>
        </p:blipFill>
        <p:spPr>
          <a:xfrm xmlns:a="http://schemas.openxmlformats.org/drawingml/2006/main">
            <a:off x="11478387" y="274320"/>
            <a:ext cx="79248" cy="79248"/>
          </a:xfrm>
          <a:prstGeom xmlns:a="http://schemas.openxmlformats.org/drawingml/2006/main" prst="rect">
            <a:avLst/>
          </a:prstGeom>
        </p:spPr>
      </p:pic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b49a3bd33404f"/>
          <a:stretch xmlns:a="http://schemas.openxmlformats.org/drawingml/2006/main"/>
        </p:blipFill>
        <p:spPr>
          <a:xfrm xmlns:a="http://schemas.openxmlformats.org/drawingml/2006/main">
            <a:off x="2854357" y="5407152"/>
            <a:ext cx="18288" cy="487680"/>
          </a:xfrm>
          <a:prstGeom xmlns:a="http://schemas.openxmlformats.org/drawingml/2006/main" prst="rect">
            <a:avLst/>
          </a:prstGeom>
        </p:spPr>
      </p:pic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259433f5f4b6a"/>
          <a:stretch xmlns:a="http://schemas.openxmlformats.org/drawingml/2006/main"/>
        </p:blipFill>
        <p:spPr>
          <a:xfrm xmlns:a="http://schemas.openxmlformats.org/drawingml/2006/main">
            <a:off x="4525566" y="4437888"/>
            <a:ext cx="152400" cy="128016"/>
          </a:xfrm>
          <a:prstGeom xmlns:a="http://schemas.openxmlformats.org/drawingml/2006/main" prst="rect">
            <a:avLst/>
          </a:prstGeom>
        </p:spPr>
      </p:pic>
      <p:pic>
        <p:nvPicPr>
          <p:cNvPr id="2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04060e6764300"/>
          <a:stretch xmlns:a="http://schemas.openxmlformats.org/drawingml/2006/main"/>
        </p:blipFill>
        <p:spPr>
          <a:xfrm xmlns:a="http://schemas.openxmlformats.org/drawingml/2006/main">
            <a:off x="8306991" y="3096768"/>
            <a:ext cx="274320" cy="24384"/>
          </a:xfrm>
          <a:prstGeom xmlns:a="http://schemas.openxmlformats.org/drawingml/2006/main" prst="rect">
            <a:avLst/>
          </a:prstGeom>
        </p:spPr>
      </p:pic>
      <p:pic>
        <p:nvPicPr>
          <p:cNvPr id="2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b9c5d7b354ff0"/>
          <a:stretch xmlns:a="http://schemas.openxmlformats.org/drawingml/2006/main"/>
        </p:blipFill>
        <p:spPr>
          <a:xfrm xmlns:a="http://schemas.openxmlformats.org/drawingml/2006/main">
            <a:off x="6068568" y="3486912"/>
            <a:ext cx="85344" cy="182880"/>
          </a:xfrm>
          <a:prstGeom xmlns:a="http://schemas.openxmlformats.org/drawingml/2006/main" prst="rect">
            <a:avLst/>
          </a:prstGeom>
        </p:spPr>
      </p:pic>
      <p:pic>
        <p:nvPicPr>
          <p:cNvPr id="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a6993045348bd"/>
          <a:stretch xmlns:a="http://schemas.openxmlformats.org/drawingml/2006/main"/>
        </p:blipFill>
        <p:spPr>
          <a:xfrm xmlns:a="http://schemas.openxmlformats.org/drawingml/2006/main">
            <a:off x="4135231" y="4309872"/>
            <a:ext cx="170688" cy="91440"/>
          </a:xfrm>
          <a:prstGeom xmlns:a="http://schemas.openxmlformats.org/drawingml/2006/main" prst="rect">
            <a:avLst/>
          </a:prstGeom>
        </p:spPr>
      </p:pic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2815c87b54029"/>
          <a:stretch xmlns:a="http://schemas.openxmlformats.org/drawingml/2006/main"/>
        </p:blipFill>
        <p:spPr>
          <a:xfrm xmlns:a="http://schemas.openxmlformats.org/drawingml/2006/main">
            <a:off x="7922752" y="4309872"/>
            <a:ext cx="170688" cy="91440"/>
          </a:xfrm>
          <a:prstGeom xmlns:a="http://schemas.openxmlformats.org/drawingml/2006/main" prst="rect">
            <a:avLst/>
          </a:prstGeom>
        </p:spPr>
      </p:pic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9f589c1684bfb"/>
          <a:stretch xmlns:a="http://schemas.openxmlformats.org/drawingml/2006/main"/>
        </p:blipFill>
        <p:spPr>
          <a:xfrm xmlns:a="http://schemas.openxmlformats.org/drawingml/2006/main">
            <a:off x="5885688" y="3328416"/>
            <a:ext cx="469392" cy="18288"/>
          </a:xfrm>
          <a:prstGeom xmlns:a="http://schemas.openxmlformats.org/drawingml/2006/main" prst="rect">
            <a:avLst/>
          </a:prstGeom>
        </p:spPr>
      </p:pic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7d637a61c4045"/>
          <a:stretch xmlns:a="http://schemas.openxmlformats.org/drawingml/2006/main"/>
        </p:blipFill>
        <p:spPr>
          <a:xfrm xmlns:a="http://schemas.openxmlformats.org/drawingml/2006/main">
            <a:off x="7593378" y="6382512"/>
            <a:ext cx="188976" cy="73152"/>
          </a:xfrm>
          <a:prstGeom xmlns:a="http://schemas.openxmlformats.org/drawingml/2006/main" prst="rect">
            <a:avLst/>
          </a:prstGeom>
        </p:spPr>
      </p:pic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f898b735d466e"/>
          <a:stretch xmlns:a="http://schemas.openxmlformats.org/drawingml/2006/main"/>
        </p:blipFill>
        <p:spPr>
          <a:xfrm xmlns:a="http://schemas.openxmlformats.org/drawingml/2006/main">
            <a:off x="3226451" y="3041904"/>
            <a:ext cx="158496" cy="121920"/>
          </a:xfrm>
          <a:prstGeom xmlns:a="http://schemas.openxmlformats.org/drawingml/2006/main" prst="rect">
            <a:avLst/>
          </a:prstGeom>
        </p:spPr>
      </p:pic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afc3f6fdb4920"/>
          <a:stretch xmlns:a="http://schemas.openxmlformats.org/drawingml/2006/main"/>
        </p:blipFill>
        <p:spPr>
          <a:xfrm xmlns:a="http://schemas.openxmlformats.org/drawingml/2006/main">
            <a:off x="143" y="877824"/>
            <a:ext cx="536448" cy="18288"/>
          </a:xfrm>
          <a:prstGeom xmlns:a="http://schemas.openxmlformats.org/drawingml/2006/main" prst="rect">
            <a:avLst/>
          </a:prstGeom>
        </p:spPr>
      </p:pic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309bba5b848f5"/>
          <a:stretch xmlns:a="http://schemas.openxmlformats.org/drawingml/2006/main"/>
        </p:blipFill>
        <p:spPr>
          <a:xfrm xmlns:a="http://schemas.openxmlformats.org/drawingml/2006/main">
            <a:off x="6074664" y="4840224"/>
            <a:ext cx="79248" cy="280416"/>
          </a:xfrm>
          <a:prstGeom xmlns:a="http://schemas.openxmlformats.org/drawingml/2006/main" prst="rect">
            <a:avLst/>
          </a:prstGeom>
        </p:spPr>
      </p:pic>
      <p:pic>
        <p:nvPicPr>
          <p:cNvPr id="2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f930b5cfb47d5"/>
          <a:stretch xmlns:a="http://schemas.openxmlformats.org/drawingml/2006/main"/>
        </p:blipFill>
        <p:spPr>
          <a:xfrm xmlns:a="http://schemas.openxmlformats.org/drawingml/2006/main">
            <a:off x="7587282" y="6303264"/>
            <a:ext cx="207264" cy="91440"/>
          </a:xfrm>
          <a:prstGeom xmlns:a="http://schemas.openxmlformats.org/drawingml/2006/main" prst="rect">
            <a:avLst/>
          </a:prstGeom>
        </p:spPr>
      </p:pic>
      <p:pic>
        <p:nvPicPr>
          <p:cNvPr id="2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66c224e2c4453"/>
          <a:stretch xmlns:a="http://schemas.openxmlformats.org/drawingml/2006/main"/>
        </p:blipFill>
        <p:spPr>
          <a:xfrm xmlns:a="http://schemas.openxmlformats.org/drawingml/2006/main">
            <a:off x="7959376" y="3048000"/>
            <a:ext cx="341376" cy="115824"/>
          </a:xfrm>
          <a:prstGeom xmlns:a="http://schemas.openxmlformats.org/drawingml/2006/main" prst="rect">
            <a:avLst/>
          </a:prstGeom>
        </p:spPr>
      </p:pic>
      <p:pic>
        <p:nvPicPr>
          <p:cNvPr id="2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e9c99ebef47f4"/>
          <a:stretch xmlns:a="http://schemas.openxmlformats.org/drawingml/2006/main"/>
        </p:blipFill>
        <p:spPr>
          <a:xfrm xmlns:a="http://schemas.openxmlformats.org/drawingml/2006/main">
            <a:off x="7941040" y="2444496"/>
            <a:ext cx="243840" cy="60960"/>
          </a:xfrm>
          <a:prstGeom xmlns:a="http://schemas.openxmlformats.org/drawingml/2006/main" prst="rect">
            <a:avLst/>
          </a:prstGeom>
        </p:spPr>
      </p:pic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bbafa46214ecf"/>
          <a:stretch xmlns:a="http://schemas.openxmlformats.org/drawingml/2006/main"/>
        </p:blipFill>
        <p:spPr>
          <a:xfrm xmlns:a="http://schemas.openxmlformats.org/drawingml/2006/main">
            <a:off x="1201531" y="6303264"/>
            <a:ext cx="152400" cy="182880"/>
          </a:xfrm>
          <a:prstGeom xmlns:a="http://schemas.openxmlformats.org/drawingml/2006/main" prst="rect">
            <a:avLst/>
          </a:prstGeom>
        </p:spPr>
      </p:pic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244e4f8df4288"/>
          <a:stretch xmlns:a="http://schemas.openxmlformats.org/drawingml/2006/main"/>
        </p:blipFill>
        <p:spPr>
          <a:xfrm xmlns:a="http://schemas.openxmlformats.org/drawingml/2006/main">
            <a:off x="3220355" y="2444496"/>
            <a:ext cx="280416" cy="67056"/>
          </a:xfrm>
          <a:prstGeom xmlns:a="http://schemas.openxmlformats.org/drawingml/2006/main" prst="rect">
            <a:avLst/>
          </a:prstGeom>
        </p:spPr>
      </p:pic>
      <p:pic>
        <p:nvPicPr>
          <p:cNvPr id="2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0266fcf5847b6"/>
          <a:stretch xmlns:a="http://schemas.openxmlformats.org/drawingml/2006/main"/>
        </p:blipFill>
        <p:spPr>
          <a:xfrm xmlns:a="http://schemas.openxmlformats.org/drawingml/2006/main">
            <a:off x="5617226" y="4413504"/>
            <a:ext cx="182880" cy="237744"/>
          </a:xfrm>
          <a:prstGeom xmlns:a="http://schemas.openxmlformats.org/drawingml/2006/main" prst="rect">
            <a:avLst/>
          </a:prstGeom>
        </p:spPr>
      </p:pic>
      <p:pic>
        <p:nvPicPr>
          <p:cNvPr id="2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64b558bb246ee"/>
          <a:stretch xmlns:a="http://schemas.openxmlformats.org/drawingml/2006/main"/>
        </p:blipFill>
        <p:spPr>
          <a:xfrm xmlns:a="http://schemas.openxmlformats.org/drawingml/2006/main">
            <a:off x="11429714" y="633984"/>
            <a:ext cx="323088" cy="152400"/>
          </a:xfrm>
          <a:prstGeom xmlns:a="http://schemas.openxmlformats.org/drawingml/2006/main" prst="rect">
            <a:avLst/>
          </a:prstGeom>
        </p:spPr>
      </p:pic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838c73c664958"/>
          <a:stretch xmlns:a="http://schemas.openxmlformats.org/drawingml/2006/main"/>
        </p:blipFill>
        <p:spPr>
          <a:xfrm xmlns:a="http://schemas.openxmlformats.org/drawingml/2006/main">
            <a:off x="8685181" y="2395728"/>
            <a:ext cx="329184" cy="164592"/>
          </a:xfrm>
          <a:prstGeom xmlns:a="http://schemas.openxmlformats.org/drawingml/2006/main" prst="rect">
            <a:avLst/>
          </a:prstGeom>
        </p:spPr>
      </p:pic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32b1e298e45f2"/>
          <a:stretch xmlns:a="http://schemas.openxmlformats.org/drawingml/2006/main"/>
        </p:blipFill>
        <p:spPr>
          <a:xfrm xmlns:a="http://schemas.openxmlformats.org/drawingml/2006/main">
            <a:off x="3934016" y="2389632"/>
            <a:ext cx="341376" cy="170688"/>
          </a:xfrm>
          <a:prstGeom xmlns:a="http://schemas.openxmlformats.org/drawingml/2006/main" prst="rect">
            <a:avLst/>
          </a:prstGeom>
        </p:spPr>
      </p:pic>
      <p:pic>
        <p:nvPicPr>
          <p:cNvPr id="2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6ac0c489f4d4e"/>
          <a:stretch xmlns:a="http://schemas.openxmlformats.org/drawingml/2006/main"/>
        </p:blipFill>
        <p:spPr>
          <a:xfrm xmlns:a="http://schemas.openxmlformats.org/drawingml/2006/main">
            <a:off x="3037380" y="5663184"/>
            <a:ext cx="201168" cy="176784"/>
          </a:xfrm>
          <a:prstGeom xmlns:a="http://schemas.openxmlformats.org/drawingml/2006/main" prst="rect">
            <a:avLst/>
          </a:prstGeom>
        </p:spPr>
      </p:pic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b86cea27a46a8"/>
          <a:stretch xmlns:a="http://schemas.openxmlformats.org/drawingml/2006/main"/>
        </p:blipFill>
        <p:spPr>
          <a:xfrm xmlns:a="http://schemas.openxmlformats.org/drawingml/2006/main">
            <a:off x="7154275" y="2682240"/>
            <a:ext cx="176784" cy="225552"/>
          </a:xfrm>
          <a:prstGeom xmlns:a="http://schemas.openxmlformats.org/drawingml/2006/main" prst="rect">
            <a:avLst/>
          </a:prstGeom>
        </p:spPr>
      </p:pic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8b64aad20495a"/>
          <a:stretch xmlns:a="http://schemas.openxmlformats.org/drawingml/2006/main"/>
        </p:blipFill>
        <p:spPr>
          <a:xfrm xmlns:a="http://schemas.openxmlformats.org/drawingml/2006/main">
            <a:off x="4519470" y="5510784"/>
            <a:ext cx="207264" cy="207264"/>
          </a:xfrm>
          <a:prstGeom xmlns:a="http://schemas.openxmlformats.org/drawingml/2006/main" prst="rect">
            <a:avLst/>
          </a:prstGeom>
        </p:spPr>
      </p:pic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2bc76bf4d437a"/>
          <a:stretch xmlns:a="http://schemas.openxmlformats.org/drawingml/2006/main"/>
        </p:blipFill>
        <p:spPr>
          <a:xfrm xmlns:a="http://schemas.openxmlformats.org/drawingml/2006/main">
            <a:off x="8014192" y="5504688"/>
            <a:ext cx="195072" cy="213360"/>
          </a:xfrm>
          <a:prstGeom xmlns:a="http://schemas.openxmlformats.org/drawingml/2006/main" prst="rect">
            <a:avLst/>
          </a:prstGeom>
        </p:spPr>
      </p:pic>
      <p:pic>
        <p:nvPicPr>
          <p:cNvPr id="2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e0ddaf18b4783"/>
          <a:stretch xmlns:a="http://schemas.openxmlformats.org/drawingml/2006/main"/>
        </p:blipFill>
        <p:spPr>
          <a:xfrm xmlns:a="http://schemas.openxmlformats.org/drawingml/2006/main">
            <a:off x="9416939" y="4248912"/>
            <a:ext cx="207264" cy="219456"/>
          </a:xfrm>
          <a:prstGeom xmlns:a="http://schemas.openxmlformats.org/drawingml/2006/main" prst="rect">
            <a:avLst/>
          </a:prstGeom>
        </p:spPr>
      </p:pic>
      <p:pic>
        <p:nvPicPr>
          <p:cNvPr id="2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3f932eb664575"/>
          <a:stretch xmlns:a="http://schemas.openxmlformats.org/drawingml/2006/main"/>
        </p:blipFill>
        <p:spPr>
          <a:xfrm xmlns:a="http://schemas.openxmlformats.org/drawingml/2006/main">
            <a:off x="573357" y="4248912"/>
            <a:ext cx="219456" cy="219456"/>
          </a:xfrm>
          <a:prstGeom xmlns:a="http://schemas.openxmlformats.org/drawingml/2006/main" prst="rect">
            <a:avLst/>
          </a:prstGeom>
        </p:spPr>
      </p:pic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f1c22492e45bf"/>
          <a:stretch xmlns:a="http://schemas.openxmlformats.org/drawingml/2006/main"/>
        </p:blipFill>
        <p:spPr>
          <a:xfrm xmlns:a="http://schemas.openxmlformats.org/drawingml/2006/main">
            <a:off x="6306455" y="5486400"/>
            <a:ext cx="201168" cy="213360"/>
          </a:xfrm>
          <a:prstGeom xmlns:a="http://schemas.openxmlformats.org/drawingml/2006/main" prst="rect">
            <a:avLst/>
          </a:prstGeom>
        </p:spPr>
      </p:pic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373c7c4ed4477"/>
          <a:stretch xmlns:a="http://schemas.openxmlformats.org/drawingml/2006/main"/>
        </p:blipFill>
        <p:spPr>
          <a:xfrm xmlns:a="http://schemas.openxmlformats.org/drawingml/2006/main">
            <a:off x="567261" y="2804160"/>
            <a:ext cx="225552" cy="219456"/>
          </a:xfrm>
          <a:prstGeom xmlns:a="http://schemas.openxmlformats.org/drawingml/2006/main" prst="rect">
            <a:avLst/>
          </a:prstGeom>
        </p:spPr>
      </p:pic>
      <p:pic>
        <p:nvPicPr>
          <p:cNvPr id="2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c6d2439174757"/>
          <a:stretch xmlns:a="http://schemas.openxmlformats.org/drawingml/2006/main"/>
        </p:blipFill>
        <p:spPr>
          <a:xfrm xmlns:a="http://schemas.openxmlformats.org/drawingml/2006/main">
            <a:off x="9410843" y="2804160"/>
            <a:ext cx="219456" cy="219456"/>
          </a:xfrm>
          <a:prstGeom xmlns:a="http://schemas.openxmlformats.org/drawingml/2006/main" prst="rect">
            <a:avLst/>
          </a:prstGeom>
        </p:spPr>
      </p:pic>
      <p:pic>
        <p:nvPicPr>
          <p:cNvPr id="2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074309a9d4061"/>
          <a:stretch xmlns:a="http://schemas.openxmlformats.org/drawingml/2006/main"/>
        </p:blipFill>
        <p:spPr>
          <a:xfrm xmlns:a="http://schemas.openxmlformats.org/drawingml/2006/main">
            <a:off x="6007656" y="2706624"/>
            <a:ext cx="219456" cy="201168"/>
          </a:xfrm>
          <a:prstGeom xmlns:a="http://schemas.openxmlformats.org/drawingml/2006/main" prst="rect">
            <a:avLst/>
          </a:prstGeom>
        </p:spPr>
      </p:pic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3702af2d24158"/>
          <a:stretch xmlns:a="http://schemas.openxmlformats.org/drawingml/2006/main"/>
        </p:blipFill>
        <p:spPr>
          <a:xfrm xmlns:a="http://schemas.openxmlformats.org/drawingml/2006/main">
            <a:off x="9410843" y="2353056"/>
            <a:ext cx="219456" cy="195072"/>
          </a:xfrm>
          <a:prstGeom xmlns:a="http://schemas.openxmlformats.org/drawingml/2006/main" prst="rect">
            <a:avLst/>
          </a:prstGeom>
        </p:spPr>
      </p:pic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45cb95f3e4685"/>
          <a:stretch xmlns:a="http://schemas.openxmlformats.org/drawingml/2006/main"/>
        </p:blipFill>
        <p:spPr>
          <a:xfrm xmlns:a="http://schemas.openxmlformats.org/drawingml/2006/main">
            <a:off x="573357" y="2353056"/>
            <a:ext cx="219456" cy="195072"/>
          </a:xfrm>
          <a:prstGeom xmlns:a="http://schemas.openxmlformats.org/drawingml/2006/main" prst="rect">
            <a:avLst/>
          </a:prstGeom>
        </p:spPr>
      </p:pic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7c12e5c424a02"/>
          <a:stretch xmlns:a="http://schemas.openxmlformats.org/drawingml/2006/main"/>
        </p:blipFill>
        <p:spPr>
          <a:xfrm xmlns:a="http://schemas.openxmlformats.org/drawingml/2006/main">
            <a:off x="6806613" y="4425696"/>
            <a:ext cx="182880" cy="219456"/>
          </a:xfrm>
          <a:prstGeom xmlns:a="http://schemas.openxmlformats.org/drawingml/2006/main" prst="rect">
            <a:avLst/>
          </a:prstGeom>
        </p:spPr>
      </p:pic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de860c8ef45b8"/>
          <a:stretch xmlns:a="http://schemas.openxmlformats.org/drawingml/2006/main"/>
        </p:blipFill>
        <p:spPr>
          <a:xfrm xmlns:a="http://schemas.openxmlformats.org/drawingml/2006/main">
            <a:off x="9416939" y="3395472"/>
            <a:ext cx="201168" cy="225552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cc5bc020c4935"/>
          <a:stretch xmlns:a="http://schemas.openxmlformats.org/drawingml/2006/main"/>
        </p:blipFill>
        <p:spPr>
          <a:xfrm xmlns:a="http://schemas.openxmlformats.org/drawingml/2006/main">
            <a:off x="585549" y="3395472"/>
            <a:ext cx="201168" cy="225552"/>
          </a:xfrm>
          <a:prstGeom xmlns:a="http://schemas.openxmlformats.org/drawingml/2006/main" prst="rect">
            <a:avLst/>
          </a:prstGeom>
        </p:spPr>
      </p:pic>
      <p:pic>
        <p:nvPicPr>
          <p:cNvPr id="2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9eebdaf8d4ab5"/>
          <a:stretch xmlns:a="http://schemas.openxmlformats.org/drawingml/2006/main"/>
        </p:blipFill>
        <p:spPr>
          <a:xfrm xmlns:a="http://schemas.openxmlformats.org/drawingml/2006/main">
            <a:off x="8472107" y="877824"/>
            <a:ext cx="2310384" cy="18288"/>
          </a:xfrm>
          <a:prstGeom xmlns:a="http://schemas.openxmlformats.org/drawingml/2006/main" prst="rect">
            <a:avLst/>
          </a:prstGeom>
        </p:spPr>
      </p:pic>
      <p:pic>
        <p:nvPicPr>
          <p:cNvPr id="2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713a3e3e3473f"/>
          <a:stretch xmlns:a="http://schemas.openxmlformats.org/drawingml/2006/main"/>
        </p:blipFill>
        <p:spPr>
          <a:xfrm xmlns:a="http://schemas.openxmlformats.org/drawingml/2006/main">
            <a:off x="2019205" y="865632"/>
            <a:ext cx="1603248" cy="36576"/>
          </a:xfrm>
          <a:prstGeom xmlns:a="http://schemas.openxmlformats.org/drawingml/2006/main" prst="rect">
            <a:avLst/>
          </a:prstGeom>
        </p:spPr>
      </p:pic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0c03bc53e4b51"/>
          <a:stretch xmlns:a="http://schemas.openxmlformats.org/drawingml/2006/main"/>
        </p:blipFill>
        <p:spPr>
          <a:xfrm xmlns:a="http://schemas.openxmlformats.org/drawingml/2006/main">
            <a:off x="4519470" y="4425696"/>
            <a:ext cx="188976" cy="225552"/>
          </a:xfrm>
          <a:prstGeom xmlns:a="http://schemas.openxmlformats.org/drawingml/2006/main" prst="rect">
            <a:avLst/>
          </a:prstGeom>
        </p:spPr>
      </p:pic>
      <p:pic>
        <p:nvPicPr>
          <p:cNvPr id="2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49199fc9447ae"/>
          <a:stretch xmlns:a="http://schemas.openxmlformats.org/drawingml/2006/main"/>
        </p:blipFill>
        <p:spPr>
          <a:xfrm xmlns:a="http://schemas.openxmlformats.org/drawingml/2006/main">
            <a:off x="4879324" y="2694432"/>
            <a:ext cx="225552" cy="213360"/>
          </a:xfrm>
          <a:prstGeom xmlns:a="http://schemas.openxmlformats.org/drawingml/2006/main" prst="rect">
            <a:avLst/>
          </a:prstGeom>
        </p:spPr>
      </p:pic>
      <p:pic>
        <p:nvPicPr>
          <p:cNvPr id="2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a70b32a0b4976"/>
          <a:stretch xmlns:a="http://schemas.openxmlformats.org/drawingml/2006/main"/>
        </p:blipFill>
        <p:spPr>
          <a:xfrm xmlns:a="http://schemas.openxmlformats.org/drawingml/2006/main">
            <a:off x="3647313" y="1078992"/>
            <a:ext cx="396240" cy="195072"/>
          </a:xfrm>
          <a:prstGeom xmlns:a="http://schemas.openxmlformats.org/drawingml/2006/main" prst="rect">
            <a:avLst/>
          </a:prstGeom>
        </p:spPr>
      </p:pic>
      <p:pic>
        <p:nvPicPr>
          <p:cNvPr id="2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b6580d3124749"/>
          <a:stretch xmlns:a="http://schemas.openxmlformats.org/drawingml/2006/main"/>
        </p:blipFill>
        <p:spPr>
          <a:xfrm xmlns:a="http://schemas.openxmlformats.org/drawingml/2006/main">
            <a:off x="11252883" y="542544"/>
            <a:ext cx="512064" cy="225552"/>
          </a:xfrm>
          <a:prstGeom xmlns:a="http://schemas.openxmlformats.org/drawingml/2006/main" prst="rect">
            <a:avLst/>
          </a:prstGeom>
        </p:spPr>
      </p:pic>
      <p:pic>
        <p:nvPicPr>
          <p:cNvPr id="2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014d4abdb43d0"/>
          <a:stretch xmlns:a="http://schemas.openxmlformats.org/drawingml/2006/main"/>
        </p:blipFill>
        <p:spPr>
          <a:xfrm xmlns:a="http://schemas.openxmlformats.org/drawingml/2006/main">
            <a:off x="11002804" y="182880"/>
            <a:ext cx="384048" cy="457200"/>
          </a:xfrm>
          <a:prstGeom xmlns:a="http://schemas.openxmlformats.org/drawingml/2006/main" prst="rect">
            <a:avLst/>
          </a:prstGeom>
        </p:spPr>
      </p:pic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596dafa6e4541"/>
          <a:stretch xmlns:a="http://schemas.openxmlformats.org/drawingml/2006/main"/>
        </p:blipFill>
        <p:spPr>
          <a:xfrm xmlns:a="http://schemas.openxmlformats.org/drawingml/2006/main">
            <a:off x="3641217" y="1237488"/>
            <a:ext cx="408432" cy="262128"/>
          </a:xfrm>
          <a:prstGeom xmlns:a="http://schemas.openxmlformats.org/drawingml/2006/main" prst="rect">
            <a:avLst/>
          </a:prstGeom>
        </p:spPr>
      </p:pic>
      <p:pic>
        <p:nvPicPr>
          <p:cNvPr id="2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0a1f1608f4ec4"/>
          <a:stretch xmlns:a="http://schemas.openxmlformats.org/drawingml/2006/main"/>
        </p:blipFill>
        <p:spPr>
          <a:xfrm xmlns:a="http://schemas.openxmlformats.org/drawingml/2006/main">
            <a:off x="5995416" y="1761744"/>
            <a:ext cx="292608" cy="268224"/>
          </a:xfrm>
          <a:prstGeom xmlns:a="http://schemas.openxmlformats.org/drawingml/2006/main" prst="rect">
            <a:avLst/>
          </a:prstGeom>
        </p:spPr>
      </p:pic>
      <p:pic>
        <p:nvPicPr>
          <p:cNvPr id="2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d8ca26e0b4bae"/>
          <a:stretch xmlns:a="http://schemas.openxmlformats.org/drawingml/2006/main"/>
        </p:blipFill>
        <p:spPr>
          <a:xfrm xmlns:a="http://schemas.openxmlformats.org/drawingml/2006/main">
            <a:off x="5855256" y="1658112"/>
            <a:ext cx="524256" cy="463296"/>
          </a:xfrm>
          <a:prstGeom xmlns:a="http://schemas.openxmlformats.org/drawingml/2006/main" prst="rect">
            <a:avLst/>
          </a:prstGeom>
        </p:spPr>
      </p:pic>
      <p:pic>
        <p:nvPicPr>
          <p:cNvPr id="2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98fd4f3a04312"/>
          <a:stretch xmlns:a="http://schemas.openxmlformats.org/drawingml/2006/main"/>
        </p:blipFill>
        <p:spPr>
          <a:xfrm xmlns:a="http://schemas.openxmlformats.org/drawingml/2006/main">
            <a:off x="4440936" y="3602736"/>
            <a:ext cx="3352800" cy="384048"/>
          </a:xfrm>
          <a:prstGeom xmlns:a="http://schemas.openxmlformats.org/drawingml/2006/main" prst="rect">
            <a:avLst/>
          </a:prstGeom>
        </p:spPr>
      </p:pic>
      <p:pic>
        <p:nvPicPr>
          <p:cNvPr id="2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2396486274a70"/>
          <a:stretch xmlns:a="http://schemas.openxmlformats.org/drawingml/2006/main"/>
        </p:blipFill>
        <p:spPr>
          <a:xfrm xmlns:a="http://schemas.openxmlformats.org/drawingml/2006/main">
            <a:off x="9338215" y="1530096"/>
            <a:ext cx="2365248" cy="463296"/>
          </a:xfrm>
          <a:prstGeom xmlns:a="http://schemas.openxmlformats.org/drawingml/2006/main" prst="rect">
            <a:avLst/>
          </a:prstGeom>
        </p:spPr>
      </p:pic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17de8352848e2"/>
          <a:stretch xmlns:a="http://schemas.openxmlformats.org/drawingml/2006/main"/>
        </p:blipFill>
        <p:spPr>
          <a:xfrm xmlns:a="http://schemas.openxmlformats.org/drawingml/2006/main">
            <a:off x="2874312" y="5004816"/>
            <a:ext cx="6626352" cy="1024128"/>
          </a:xfrm>
          <a:prstGeom xmlns:a="http://schemas.openxmlformats.org/drawingml/2006/main" prst="rect">
            <a:avLst/>
          </a:prstGeom>
        </p:spPr>
      </p:pic>
      <p:pic>
        <p:nvPicPr>
          <p:cNvPr id="2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e0fbf02c74eb1"/>
          <a:stretch xmlns:a="http://schemas.openxmlformats.org/drawingml/2006/main"/>
        </p:blipFill>
        <p:spPr>
          <a:xfrm xmlns:a="http://schemas.openxmlformats.org/drawingml/2006/main">
            <a:off x="372713" y="1530096"/>
            <a:ext cx="2639568" cy="2243328"/>
          </a:xfrm>
          <a:prstGeom xmlns:a="http://schemas.openxmlformats.org/drawingml/2006/main" prst="rect">
            <a:avLst/>
          </a:prstGeom>
        </p:spPr>
      </p:pic>
      <p:pic>
        <p:nvPicPr>
          <p:cNvPr id="2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b15fe913c4972"/>
          <a:stretch xmlns:a="http://schemas.openxmlformats.org/drawingml/2006/main"/>
        </p:blipFill>
        <p:spPr>
          <a:xfrm xmlns:a="http://schemas.openxmlformats.org/drawingml/2006/main">
            <a:off x="624840" y="6211824"/>
            <a:ext cx="10954512" cy="585216"/>
          </a:xfrm>
          <a:prstGeom xmlns:a="http://schemas.openxmlformats.org/drawingml/2006/main" prst="rect">
            <a:avLst/>
          </a:prstGeom>
        </p:spPr>
      </p:pic>
      <p:pic>
        <p:nvPicPr>
          <p:cNvPr id="2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0010a0c4e4a6f"/>
          <a:stretch xmlns:a="http://schemas.openxmlformats.org/drawingml/2006/main"/>
        </p:blipFill>
        <p:spPr>
          <a:xfrm xmlns:a="http://schemas.openxmlformats.org/drawingml/2006/main">
            <a:off x="4336828" y="1871472"/>
            <a:ext cx="1597152" cy="1554480"/>
          </a:xfrm>
          <a:prstGeom xmlns:a="http://schemas.openxmlformats.org/drawingml/2006/main" prst="rect">
            <a:avLst/>
          </a:prstGeom>
        </p:spPr>
      </p:pic>
      <p:pic>
        <p:nvPicPr>
          <p:cNvPr id="2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582a943b043dd"/>
          <a:stretch xmlns:a="http://schemas.openxmlformats.org/drawingml/2006/main"/>
        </p:blipFill>
        <p:spPr>
          <a:xfrm xmlns:a="http://schemas.openxmlformats.org/drawingml/2006/main">
            <a:off x="6288500" y="1877568"/>
            <a:ext cx="1597152" cy="1548384"/>
          </a:xfrm>
          <a:prstGeom xmlns:a="http://schemas.openxmlformats.org/drawingml/2006/main" prst="rect">
            <a:avLst/>
          </a:prstGeom>
        </p:spPr>
      </p:pic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f8e1120d84f6c"/>
          <a:stretch xmlns:a="http://schemas.openxmlformats.org/drawingml/2006/main"/>
        </p:blipFill>
        <p:spPr>
          <a:xfrm xmlns:a="http://schemas.openxmlformats.org/drawingml/2006/main">
            <a:off x="2945844" y="1987296"/>
            <a:ext cx="207264" cy="1694688"/>
          </a:xfrm>
          <a:prstGeom xmlns:a="http://schemas.openxmlformats.org/drawingml/2006/main" prst="rect">
            <a:avLst/>
          </a:prstGeom>
        </p:spPr>
      </p:pic>
      <p:pic>
        <p:nvPicPr>
          <p:cNvPr id="2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e6c8d25974652"/>
          <a:stretch xmlns:a="http://schemas.openxmlformats.org/drawingml/2006/main"/>
        </p:blipFill>
        <p:spPr>
          <a:xfrm xmlns:a="http://schemas.openxmlformats.org/drawingml/2006/main">
            <a:off x="8111919" y="2414016"/>
            <a:ext cx="646176" cy="176784"/>
          </a:xfrm>
          <a:prstGeom xmlns:a="http://schemas.openxmlformats.org/drawingml/2006/main" prst="rect">
            <a:avLst/>
          </a:prstGeom>
        </p:spPr>
      </p:pic>
      <p:pic>
        <p:nvPicPr>
          <p:cNvPr id="2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a44f3b40a4fd8"/>
          <a:stretch xmlns:a="http://schemas.openxmlformats.org/drawingml/2006/main"/>
        </p:blipFill>
        <p:spPr>
          <a:xfrm xmlns:a="http://schemas.openxmlformats.org/drawingml/2006/main">
            <a:off x="3421713" y="2414016"/>
            <a:ext cx="591312" cy="176784"/>
          </a:xfrm>
          <a:prstGeom xmlns:a="http://schemas.openxmlformats.org/drawingml/2006/main" prst="rect">
            <a:avLst/>
          </a:prstGeom>
        </p:spPr>
      </p:pic>
      <p:pic>
        <p:nvPicPr>
          <p:cNvPr id="2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0c15c1ed94bc4"/>
          <a:stretch xmlns:a="http://schemas.openxmlformats.org/drawingml/2006/main"/>
        </p:blipFill>
        <p:spPr>
          <a:xfrm xmlns:a="http://schemas.openxmlformats.org/drawingml/2006/main">
            <a:off x="4293918" y="5266944"/>
            <a:ext cx="579120" cy="152400"/>
          </a:xfrm>
          <a:prstGeom xmlns:a="http://schemas.openxmlformats.org/drawingml/2006/main" prst="rect">
            <a:avLst/>
          </a:prstGeom>
        </p:spPr>
      </p:pic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568a4354d42fb"/>
          <a:stretch xmlns:a="http://schemas.openxmlformats.org/drawingml/2006/main"/>
        </p:blipFill>
        <p:spPr>
          <a:xfrm xmlns:a="http://schemas.openxmlformats.org/drawingml/2006/main">
            <a:off x="9142524" y="2682240"/>
            <a:ext cx="121920" cy="609600"/>
          </a:xfrm>
          <a:prstGeom xmlns:a="http://schemas.openxmlformats.org/drawingml/2006/main" prst="rect">
            <a:avLst/>
          </a:prstGeom>
        </p:spPr>
      </p:pic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C1943D3-88B4-4D2B-9509-3E5A4651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90" y="99441"/>
            <a:ext cx="6044851" cy="41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80" b="1" i="0">
                <a:solidFill>
                  <a:srgbClr val="032B78"/>
                </a:solidFill>
              </a:defRPr>
            </a:pPr>
            <a:r>
              <a:rPr sz="2580" b="1" i="0">
                <a:solidFill>
                  <a:srgbClr val="032B78"/>
                </a:solidFill>
              </a:rPr>
              <a:t>一个技术底座，连接产业、教学与科研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9C19BDC-2364-45A1-9647-3CE1CCAB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82" y="576194"/>
            <a:ext cx="4642009" cy="219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1" b="1" i="0">
                <a:solidFill>
                  <a:srgbClr val="2F3B5E"/>
                </a:solidFill>
              </a:defRPr>
            </a:pPr>
            <a:r>
              <a:rPr sz="1351" b="1" i="0">
                <a:solidFill>
                  <a:srgbClr val="2F3B5E"/>
                </a:solidFill>
              </a:rPr>
              <a:t>以大赛与联合实验室为纽带，构建产学研协同创新生态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F130EF1-910F-4BFB-B57D-FB047ED3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371" y="685419"/>
            <a:ext cx="349186" cy="122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08"/>
          </a:bodyPr>
          <a:lstStyle xmlns:a="http://schemas.openxmlformats.org/drawingml/2006/main"/>
          <a:p xmlns:a="http://schemas.openxmlformats.org/drawingml/2006/main">
            <a:pPr algn="l">
              <a:defRPr sz="744" b="0" i="0">
                <a:solidFill>
                  <a:srgbClr val="656466"/>
                </a:solidFill>
              </a:defRPr>
            </a:pPr>
            <a:r>
              <a:rPr sz="744" b="0" i="0">
                <a:solidFill>
                  <a:srgbClr val="656466"/>
                </a:solidFill>
              </a:rPr>
              <a:t>东方仿真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69FF360-50D6-4AA6-9137-97935D64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954" y="1062411"/>
            <a:ext cx="4099274" cy="24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88" b="1" i="0">
                <a:solidFill>
                  <a:srgbClr val="053390"/>
                </a:solidFill>
              </a:defRPr>
            </a:pPr>
            <a:r>
              <a:rPr sz="1488" b="1" i="0">
                <a:solidFill>
                  <a:srgbClr val="053390"/>
                </a:solidFill>
              </a:rPr>
              <a:t>统一技术底座：Sim for AI虚拟化工现场平台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2A06BCB-DA55-452B-9802-3F4AABAF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667" y="1327953"/>
            <a:ext cx="4239482" cy="19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878"/>
          </a:bodyPr>
          <a:lstStyle xmlns:a="http://schemas.openxmlformats.org/drawingml/2006/main"/>
          <a:p xmlns:a="http://schemas.openxmlformats.org/drawingml/2006/main">
            <a:pPr algn="l">
              <a:defRPr sz="1181" b="0" i="0">
                <a:solidFill>
                  <a:srgbClr val="4A66A8"/>
                </a:solidFill>
              </a:defRPr>
            </a:pPr>
            <a:r>
              <a:rPr sz="1181" b="0" i="0">
                <a:solidFill>
                  <a:srgbClr val="4A66A8"/>
                </a:solidFill>
              </a:rPr>
              <a:t>高保真与联仿真丨虚拟实验丨数据生成丨AI训练与验证丨方案评估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B8BF9EC-EF51-466D-AD28-90AD1A42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34" y="1675425"/>
            <a:ext cx="684562" cy="19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81" b="0" i="0">
                <a:solidFill>
                  <a:srgbClr val="EFF3F8"/>
                </a:solidFill>
              </a:defRPr>
            </a:pPr>
            <a:r>
              <a:rPr sz="1181" b="0" i="0">
                <a:solidFill>
                  <a:srgbClr val="EFF3F8"/>
                </a:solidFill>
              </a:rPr>
              <a:t>01产业端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1038258-A421-4B67-840C-C9D64697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423" y="1674937"/>
            <a:ext cx="684562" cy="197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22" b="0" i="0">
                <a:solidFill>
                  <a:srgbClr val="F4F6FA"/>
                </a:solidFill>
              </a:defRPr>
            </a:pPr>
            <a:r>
              <a:rPr sz="1222" b="0" i="0">
                <a:solidFill>
                  <a:srgbClr val="F4F6FA"/>
                </a:solidFill>
              </a:rPr>
              <a:t>02教学端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E93EEE9-B9E8-4C1C-B836-9D2F0705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" y="1999976"/>
            <a:ext cx="1652206" cy="169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5712"/>
          </a:bodyPr>
          <a:lstStyle xmlns:a="http://schemas.openxmlformats.org/drawingml/2006/main"/>
          <a:p xmlns:a="http://schemas.openxmlformats.org/drawingml/2006/main">
            <a:pPr algn="l">
              <a:defRPr sz="1051" b="1" i="0">
                <a:solidFill>
                  <a:srgbClr val="153993"/>
                </a:solidFill>
              </a:defRPr>
            </a:pPr>
            <a:r>
              <a:rPr sz="1051" b="1" i="0">
                <a:solidFill>
                  <a:srgbClr val="153993"/>
                </a:solidFill>
              </a:rPr>
              <a:t>真实需求牵引，驱动技术落地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705CEF9-1F0E-49AD-B59B-C99EFFA3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136" y="1999976"/>
            <a:ext cx="1639405" cy="169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499"/>
          </a:bodyPr>
          <a:lstStyle xmlns:a="http://schemas.openxmlformats.org/drawingml/2006/main"/>
          <a:p xmlns:a="http://schemas.openxmlformats.org/drawingml/2006/main">
            <a:pPr algn="l">
              <a:defRPr sz="1051" b="1" i="0">
                <a:solidFill>
                  <a:srgbClr val="183C94"/>
                </a:solidFill>
              </a:defRPr>
            </a:pPr>
            <a:r>
              <a:rPr sz="1051" b="1" i="0">
                <a:solidFill>
                  <a:srgbClr val="183C94"/>
                </a:solidFill>
              </a:rPr>
              <a:t>工程实践育人，培养复合人才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63D5AA0-2E0B-46D7-BD5F-3005453C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137" y="2219919"/>
            <a:ext cx="721233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124"/>
          </a:bodyPr>
          <a:lstStyle xmlns:a="http://schemas.openxmlformats.org/drawingml/2006/main"/>
          <a:p xmlns:a="http://schemas.openxmlformats.org/drawingml/2006/main">
            <a:pPr algn="l">
              <a:defRPr sz="1003" b="0" i="0">
                <a:solidFill>
                  <a:srgbClr val="506EAD"/>
                </a:solidFill>
              </a:defRPr>
            </a:pPr>
            <a:r>
              <a:rPr sz="1003" b="0" i="0">
                <a:solidFill>
                  <a:srgbClr val="506EAD"/>
                </a:solidFill>
              </a:rPr>
              <a:t>提出真实问题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3C673F2-2C23-4021-A3B9-8A8973E9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673" y="2182856"/>
            <a:ext cx="973422" cy="169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1" b="1" i="0">
                <a:solidFill>
                  <a:srgbClr val="0C3595"/>
                </a:solidFill>
              </a:defRPr>
            </a:pPr>
            <a:r>
              <a:rPr sz="1051" b="1" i="0">
                <a:solidFill>
                  <a:srgbClr val="0C3595"/>
                </a:solidFill>
              </a:rPr>
              <a:t>大赛生态连接器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33FA722-0C2B-432F-BFD8-BAA5A5EF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50" y="2241865"/>
            <a:ext cx="312515" cy="197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22" b="1" i="0">
                <a:solidFill>
                  <a:srgbClr val="304C98"/>
                </a:solidFill>
              </a:defRPr>
            </a:pPr>
            <a:r>
              <a:rPr sz="1222" b="1" i="0">
                <a:solidFill>
                  <a:srgbClr val="304C98"/>
                </a:solidFill>
              </a:rPr>
              <a:t>客户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4616259-F597-4BBE-804D-9C1474EA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091" y="2219919"/>
            <a:ext cx="832504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2853"/>
          </a:bodyPr>
          <a:lstStyle xmlns:a="http://schemas.openxmlformats.org/drawingml/2006/main"/>
          <a:p xmlns:a="http://schemas.openxmlformats.org/drawingml/2006/main">
            <a:pPr algn="l">
              <a:defRPr sz="1003" b="0" i="0">
                <a:solidFill>
                  <a:srgbClr val="4D6AAD"/>
                </a:solidFill>
              </a:defRPr>
            </a:pPr>
            <a:r>
              <a:rPr sz="1003" b="0" i="0">
                <a:solidFill>
                  <a:srgbClr val="4D6AAD"/>
                </a:solidFill>
              </a:rPr>
              <a:t>提供案例与场景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F06087B-8459-44CF-8583-E98B4345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736" y="2241377"/>
            <a:ext cx="312515" cy="205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001"/>
          </a:bodyPr>
          <a:lstStyle xmlns:a="http://schemas.openxmlformats.org/drawingml/2006/main"/>
          <a:p xmlns:a="http://schemas.openxmlformats.org/drawingml/2006/main">
            <a:pPr algn="l">
              <a:defRPr sz="1269" b="1" i="0">
                <a:solidFill>
                  <a:srgbClr val="304B99"/>
                </a:solidFill>
              </a:defRPr>
            </a:pPr>
            <a:r>
              <a:rPr sz="1269" b="1" i="0">
                <a:solidFill>
                  <a:srgbClr val="304B99"/>
                </a:solidFill>
              </a:rPr>
              <a:t>客户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1862C63-80BB-4B36-A758-A47B162D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50" y="2453030"/>
            <a:ext cx="1517790" cy="141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4" b="1" i="0">
                <a:solidFill>
                  <a:srgbClr val="504F51"/>
                </a:solidFill>
              </a:defRPr>
            </a:pPr>
            <a:r>
              <a:rPr sz="874" b="1" i="0">
                <a:solidFill>
                  <a:srgbClr val="504F51"/>
                </a:solidFill>
              </a:rPr>
              <a:t>化工、炼化、能源等生产企业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2F92BC5-5227-4EA4-A114-4513E313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922" y="2396703"/>
            <a:ext cx="1729116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5283"/>
          </a:bodyPr>
          <a:lstStyle xmlns:a="http://schemas.openxmlformats.org/drawingml/2006/main"/>
          <a:p xmlns:a="http://schemas.openxmlformats.org/drawingml/2006/main">
            <a:pPr algn="l">
              <a:defRPr sz="1003" b="0" i="0">
                <a:solidFill>
                  <a:srgbClr val="536DA9"/>
                </a:solidFill>
              </a:defRPr>
            </a:pPr>
            <a:r>
              <a:rPr sz="1003" b="0" i="0">
                <a:solidFill>
                  <a:srgbClr val="536DA9"/>
                </a:solidFill>
              </a:rPr>
              <a:t>面向产业真实问题的化工+AI大赛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3146CA2-D5DF-49C5-8D87-06F81352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851" y="2438888"/>
            <a:ext cx="845306" cy="169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0931"/>
          </a:bodyPr>
          <a:lstStyle xmlns:a="http://schemas.openxmlformats.org/drawingml/2006/main"/>
          <a:p xmlns:a="http://schemas.openxmlformats.org/drawingml/2006/main">
            <a:pPr algn="l">
              <a:defRPr sz="1051" b="1" i="0">
                <a:solidFill>
                  <a:srgbClr val="5A595A"/>
                </a:solidFill>
              </a:defRPr>
            </a:pPr>
            <a:r>
              <a:rPr sz="1051" b="1" i="0">
                <a:solidFill>
                  <a:srgbClr val="5A595A"/>
                </a:solidFill>
              </a:rPr>
              <a:t>高校、职业院校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4BD70FA-DB8E-445A-B0C4-3E42BEFA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" y="2710769"/>
            <a:ext cx="318611" cy="205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8951"/>
          </a:bodyPr>
          <a:lstStyle xmlns:a="http://schemas.openxmlformats.org/drawingml/2006/main"/>
          <a:p xmlns:a="http://schemas.openxmlformats.org/drawingml/2006/main">
            <a:pPr algn="l">
              <a:defRPr sz="1269" b="1" i="0">
                <a:solidFill>
                  <a:srgbClr val="345098"/>
                </a:solidFill>
              </a:defRPr>
            </a:pPr>
            <a:r>
              <a:rPr sz="1269" b="1" i="0">
                <a:solidFill>
                  <a:srgbClr val="345098"/>
                </a:solidFill>
              </a:rPr>
              <a:t>需求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530F070-C39B-4EF3-928C-9589CD56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736" y="2710769"/>
            <a:ext cx="324803" cy="205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69" b="1" i="0">
                <a:solidFill>
                  <a:srgbClr val="324D90"/>
                </a:solidFill>
              </a:defRPr>
            </a:pPr>
            <a:r>
              <a:rPr sz="1269" b="1" i="0">
                <a:solidFill>
                  <a:srgbClr val="324D90"/>
                </a:solidFill>
              </a:rPr>
              <a:t>需求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7FD771-1D4C-4F45-9E86-FD9B89D3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891" y="2902671"/>
            <a:ext cx="1415277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022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75657"/>
                </a:solidFill>
              </a:defRPr>
            </a:pPr>
            <a:r>
              <a:rPr sz="1003" b="1" i="0">
                <a:solidFill>
                  <a:srgbClr val="575657"/>
                </a:solidFill>
              </a:rPr>
              <a:t>·生产过程优化、故障诊断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4D832F4-1A7F-4BAE-8424-326BF94C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307" y="2932664"/>
            <a:ext cx="471107" cy="169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576"/>
          </a:bodyPr>
          <a:lstStyle xmlns:a="http://schemas.openxmlformats.org/drawingml/2006/main"/>
          <a:p xmlns:a="http://schemas.openxmlformats.org/drawingml/2006/main">
            <a:pPr algn="l">
              <a:defRPr sz="1051" b="1" i="0">
                <a:solidFill>
                  <a:srgbClr val="3456A4"/>
                </a:solidFill>
              </a:defRPr>
            </a:pPr>
            <a:r>
              <a:rPr sz="1051" b="1" i="0">
                <a:solidFill>
                  <a:srgbClr val="3456A4"/>
                </a:solidFill>
              </a:rPr>
              <a:t>产业出题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15DCDB1-A4DB-44AE-A88F-895F4250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831" y="2946319"/>
            <a:ext cx="458915" cy="14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078"/>
          </a:bodyPr>
          <a:lstStyle xmlns:a="http://schemas.openxmlformats.org/drawingml/2006/main"/>
          <a:p xmlns:a="http://schemas.openxmlformats.org/drawingml/2006/main">
            <a:pPr algn="l">
              <a:defRPr sz="915" b="1" i="0">
                <a:solidFill>
                  <a:srgbClr val="2950A0"/>
                </a:solidFill>
              </a:defRPr>
            </a:pPr>
            <a:r>
              <a:rPr sz="915" b="1" i="0">
                <a:solidFill>
                  <a:srgbClr val="2950A0"/>
                </a:solidFill>
              </a:rPr>
              <a:t>创新解题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70787DC-0BBF-490F-8825-840AC642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571" y="2939247"/>
            <a:ext cx="763905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5375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2C4F9D"/>
                </a:solidFill>
              </a:defRPr>
            </a:pPr>
            <a:r>
              <a:rPr sz="1003" b="1" i="0">
                <a:solidFill>
                  <a:srgbClr val="2C4F9D"/>
                </a:solidFill>
              </a:rPr>
              <a:t>成果验证与选拔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11AA9E9-2791-4AA5-ACAA-351F98C6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848" y="2895600"/>
            <a:ext cx="1639405" cy="176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719"/>
          </a:bodyPr>
          <a:lstStyle xmlns:a="http://schemas.openxmlformats.org/drawingml/2006/main"/>
          <a:p xmlns:a="http://schemas.openxmlformats.org/drawingml/2006/main">
            <a:pPr algn="l">
              <a:defRPr sz="1092" b="1" i="0">
                <a:solidFill>
                  <a:srgbClr val="5A5859"/>
                </a:solidFill>
              </a:defRPr>
            </a:pPr>
            <a:r>
              <a:rPr sz="1092" b="1" i="0">
                <a:solidFill>
                  <a:srgbClr val="5A5859"/>
                </a:solidFill>
              </a:rPr>
              <a:t>·缺乏真实工业场景与实践平台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A0BFC3F-D93D-471B-A8B9-53918DB6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37" y="3073359"/>
            <a:ext cx="1299962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022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65456"/>
                </a:solidFill>
              </a:defRPr>
            </a:pPr>
            <a:r>
              <a:rPr sz="1003" b="1" i="0">
                <a:solidFill>
                  <a:srgbClr val="565456"/>
                </a:solidFill>
              </a:rPr>
              <a:t>·参数预测、能效提升等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B8CEF56-9184-4C8A-BDC3-15C49ABB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848" y="3072384"/>
            <a:ext cx="922215" cy="176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3815"/>
          </a:bodyPr>
          <a:lstStyle xmlns:a="http://schemas.openxmlformats.org/drawingml/2006/main"/>
          <a:p xmlns:a="http://schemas.openxmlformats.org/drawingml/2006/main">
            <a:pPr algn="l">
              <a:defRPr sz="1092" b="0" i="0">
                <a:solidFill>
                  <a:srgbClr val="727274"/>
                </a:solidFill>
              </a:defRPr>
            </a:pPr>
            <a:r>
              <a:rPr sz="1092" b="0" i="0">
                <a:solidFill>
                  <a:srgbClr val="727274"/>
                </a:solidFill>
              </a:rPr>
              <a:t>真实问题转化为赛题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B5B2778-3852-4256-B7F7-08BB86FC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75" y="3093110"/>
            <a:ext cx="1075834" cy="141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7936"/>
          </a:bodyPr>
          <a:lstStyle xmlns:a="http://schemas.openxmlformats.org/drawingml/2006/main"/>
          <a:p xmlns:a="http://schemas.openxmlformats.org/drawingml/2006/main">
            <a:pPr algn="l">
              <a:defRPr sz="874" b="0" i="0">
                <a:solidFill>
                  <a:srgbClr val="6D6D70"/>
                </a:solidFill>
              </a:defRPr>
            </a:pPr>
            <a:r>
              <a:rPr sz="874" b="0" i="0">
                <a:solidFill>
                  <a:srgbClr val="6D6D70"/>
                </a:solidFill>
              </a:rPr>
              <a:t>高校师生与科研团队参赛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ED37F43-7C27-422B-9972-C3F000BC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664" y="3072384"/>
            <a:ext cx="915814" cy="176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3781"/>
          </a:bodyPr>
          <a:lstStyle xmlns:a="http://schemas.openxmlformats.org/drawingml/2006/main"/>
          <a:p xmlns:a="http://schemas.openxmlformats.org/drawingml/2006/main">
            <a:pPr algn="l">
              <a:defRPr sz="1092" b="0" i="0">
                <a:solidFill>
                  <a:srgbClr val="6F7174"/>
                </a:solidFill>
              </a:defRPr>
            </a:pPr>
            <a:r>
              <a:rPr sz="1092" b="0" i="0">
                <a:solidFill>
                  <a:srgbClr val="6F7174"/>
                </a:solidFill>
              </a:rPr>
              <a:t>优秀方案验证与筛选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3B78CFB-0EEB-4A4C-B561-98A2DBB3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869" y="3073359"/>
            <a:ext cx="1562595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A595A"/>
                </a:solidFill>
              </a:defRPr>
            </a:pPr>
            <a:r>
              <a:rPr sz="1003" b="1" i="0">
                <a:solidFill>
                  <a:srgbClr val="5A595A"/>
                </a:solidFill>
              </a:rPr>
              <a:t>·培养“化工+AI”复合型人才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4A6E633-811B-4121-8683-DEFDD65B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041" y="3195279"/>
            <a:ext cx="733425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6554"/>
          </a:bodyPr>
          <a:lstStyle xmlns:a="http://schemas.openxmlformats.org/drawingml/2006/main"/>
          <a:p xmlns:a="http://schemas.openxmlformats.org/drawingml/2006/main">
            <a:pPr algn="l">
              <a:defRPr sz="1003" b="0" i="0">
                <a:solidFill>
                  <a:srgbClr val="4E67A4"/>
                </a:solidFill>
              </a:defRPr>
            </a:pPr>
            <a:r>
              <a:rPr sz="1003" b="0" i="0">
                <a:solidFill>
                  <a:srgbClr val="4E67A4"/>
                </a:solidFill>
              </a:rPr>
              <a:t>解决方案落地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A4E6AB4-6431-42B4-B126-D7B21FC3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939" y="3188696"/>
            <a:ext cx="838905" cy="169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9789"/>
          </a:bodyPr>
          <a:lstStyle xmlns:a="http://schemas.openxmlformats.org/drawingml/2006/main"/>
          <a:p xmlns:a="http://schemas.openxmlformats.org/drawingml/2006/main">
            <a:pPr algn="l">
              <a:defRPr sz="1051" b="0" i="0">
                <a:solidFill>
                  <a:srgbClr val="5873AF"/>
                </a:solidFill>
              </a:defRPr>
            </a:pPr>
            <a:r>
              <a:rPr sz="1051" b="0" i="0">
                <a:solidFill>
                  <a:srgbClr val="5873AF"/>
                </a:solidFill>
              </a:rPr>
              <a:t>产出人才与方案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7C0F54F-9034-4867-9E79-DB0B4221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54" y="3333049"/>
            <a:ext cx="550450" cy="197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487"/>
          </a:bodyPr>
          <a:lstStyle xmlns:a="http://schemas.openxmlformats.org/drawingml/2006/main"/>
          <a:p xmlns:a="http://schemas.openxmlformats.org/drawingml/2006/main">
            <a:pPr algn="l">
              <a:defRPr sz="1222" b="1" i="0">
                <a:solidFill>
                  <a:srgbClr val="1E3887"/>
                </a:solidFill>
              </a:defRPr>
            </a:pPr>
            <a:r>
              <a:rPr sz="1222" b="1" i="0">
                <a:solidFill>
                  <a:srgbClr val="1E3887"/>
                </a:solidFill>
              </a:rPr>
              <a:t>我们提供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10B84D6-7201-4CA4-A204-FBC33125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945" y="3345729"/>
            <a:ext cx="739521" cy="19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2033"/>
          </a:bodyPr>
          <a:lstStyle xmlns:a="http://schemas.openxmlformats.org/drawingml/2006/main"/>
          <a:p xmlns:a="http://schemas.openxmlformats.org/drawingml/2006/main">
            <a:pPr algn="l">
              <a:defRPr sz="1181" b="0" i="0">
                <a:solidFill>
                  <a:srgbClr val="546DAB"/>
                </a:solidFill>
              </a:defRPr>
            </a:pPr>
            <a:r>
              <a:rPr sz="1181" b="0" i="0">
                <a:solidFill>
                  <a:srgbClr val="546DAB"/>
                </a:solidFill>
              </a:rPr>
              <a:t>价值回馈产业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B82B6F7-48BA-4748-B3BC-04EC9C4E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8550" y="3352800"/>
            <a:ext cx="513779" cy="176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2153"/>
          </a:bodyPr>
          <a:lstStyle xmlns:a="http://schemas.openxmlformats.org/drawingml/2006/main"/>
          <a:p xmlns:a="http://schemas.openxmlformats.org/drawingml/2006/main">
            <a:pPr algn="l">
              <a:defRPr sz="1092" b="0" i="0">
                <a:solidFill>
                  <a:srgbClr val="5B72AC"/>
                </a:solidFill>
              </a:defRPr>
            </a:pPr>
            <a:r>
              <a:rPr sz="1092" b="0" i="0">
                <a:solidFill>
                  <a:srgbClr val="5B72AC"/>
                </a:solidFill>
              </a:rPr>
              <a:t>反哺产业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B6FF4C9-4146-4E8E-9737-6B4884DD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736" y="3339145"/>
            <a:ext cx="550450" cy="197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487"/>
          </a:bodyPr>
          <a:lstStyle xmlns:a="http://schemas.openxmlformats.org/drawingml/2006/main"/>
          <a:p xmlns:a="http://schemas.openxmlformats.org/drawingml/2006/main">
            <a:pPr algn="l">
              <a:defRPr sz="1222" b="1" i="0">
                <a:solidFill>
                  <a:srgbClr val="223C89"/>
                </a:solidFill>
              </a:defRPr>
            </a:pPr>
            <a:r>
              <a:rPr sz="1222" b="1" i="0">
                <a:solidFill>
                  <a:srgbClr val="223C89"/>
                </a:solidFill>
              </a:rPr>
              <a:t>我们提供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5FA1797-D831-479D-B2E3-F83BC3BA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24" y="3536655"/>
            <a:ext cx="1191149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25052"/>
                </a:solidFill>
              </a:defRPr>
            </a:pPr>
            <a:r>
              <a:rPr sz="1003" b="1" i="0">
                <a:solidFill>
                  <a:srgbClr val="525052"/>
                </a:solidFill>
              </a:rPr>
              <a:t>·AI智能生产解决方案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05C5D48-E677-444A-9424-6A5DD56E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6625" y="3536655"/>
            <a:ext cx="1408876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022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4D4D4E"/>
                </a:solidFill>
              </a:defRPr>
            </a:pPr>
            <a:r>
              <a:rPr sz="1003" b="1" i="0">
                <a:solidFill>
                  <a:srgbClr val="4D4D4E"/>
                </a:solidFill>
              </a:rPr>
              <a:t>·化工AI课程体系与案例库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CEA57AF-C1EE-47D5-A917-780150DA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380" y="3707343"/>
            <a:ext cx="1184748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45354"/>
                </a:solidFill>
              </a:defRPr>
            </a:pPr>
            <a:r>
              <a:rPr sz="1003" b="1" i="0">
                <a:solidFill>
                  <a:srgbClr val="545354"/>
                </a:solidFill>
              </a:rPr>
              <a:t>·数字孪生联合实验室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3BF4500-ECD2-410E-8C80-F541421F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469" y="3707343"/>
            <a:ext cx="1037430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022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45455"/>
                </a:solidFill>
              </a:defRPr>
            </a:pPr>
            <a:r>
              <a:rPr sz="1003" b="1" i="0">
                <a:solidFill>
                  <a:srgbClr val="545455"/>
                </a:solidFill>
              </a:rPr>
              <a:t>·虚拟实验教学平台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02D6340-2AA2-407B-A769-820E00CA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779" y="3785128"/>
            <a:ext cx="1850731" cy="183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2128"/>
          </a:bodyPr>
          <a:lstStyle xmlns:a="http://schemas.openxmlformats.org/drawingml/2006/main"/>
          <a:p xmlns:a="http://schemas.openxmlformats.org/drawingml/2006/main">
            <a:pPr algn="l">
              <a:defRPr sz="1133" b="1" i="0">
                <a:solidFill>
                  <a:srgbClr val="106D5F"/>
                </a:solidFill>
              </a:defRPr>
            </a:pPr>
            <a:r>
              <a:rPr sz="1133" b="1" i="0">
                <a:solidFill>
                  <a:srgbClr val="106D5F"/>
                </a:solidFill>
              </a:rPr>
              <a:t>联合实验室（产学研协同平台）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03467A8-9921-4D4D-A847-80126554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34" y="3865352"/>
            <a:ext cx="1312864" cy="169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5748"/>
          </a:bodyPr>
          <a:lstStyle xmlns:a="http://schemas.openxmlformats.org/drawingml/2006/main"/>
          <a:p xmlns:a="http://schemas.openxmlformats.org/drawingml/2006/main">
            <a:pPr algn="l">
              <a:defRPr sz="1051" b="1" i="0">
                <a:solidFill>
                  <a:srgbClr val="505051"/>
                </a:solidFill>
              </a:defRPr>
            </a:pPr>
            <a:r>
              <a:rPr sz="1051" b="1" i="0">
                <a:solidFill>
                  <a:srgbClr val="505051"/>
                </a:solidFill>
              </a:rPr>
              <a:t>·定制化数据与模型服务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133EEA2-BBA9-40A7-8B78-460B0C52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828" y="3885590"/>
            <a:ext cx="1274359" cy="141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4" b="1" i="0">
                <a:solidFill>
                  <a:srgbClr val="505050"/>
                </a:solidFill>
              </a:defRPr>
            </a:pPr>
            <a:r>
              <a:rPr sz="874" b="1" i="0">
                <a:solidFill>
                  <a:srgbClr val="505050"/>
                </a:solidFill>
              </a:rPr>
              <a:t>·实践实训与项目制教学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5C17A1E-965E-4C6E-B1DA-972600FC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283" y="4031894"/>
            <a:ext cx="1620203" cy="141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4" b="0" i="0">
                <a:solidFill>
                  <a:srgbClr val="3D867D"/>
                </a:solidFill>
              </a:defRPr>
            </a:pPr>
            <a:r>
              <a:rPr sz="874" b="0" i="0">
                <a:solidFill>
                  <a:srgbClr val="3D867D"/>
                </a:solidFill>
              </a:rPr>
              <a:t>共建资源丨协同攻关丨成果转化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82978BC-B181-4DD5-9CE9-62073EFB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" y="4150888"/>
            <a:ext cx="300323" cy="183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33" b="1" i="0">
                <a:solidFill>
                  <a:srgbClr val="28438E"/>
                </a:solidFill>
              </a:defRPr>
            </a:pPr>
            <a:r>
              <a:rPr sz="1133" b="1" i="0">
                <a:solidFill>
                  <a:srgbClr val="28438E"/>
                </a:solidFill>
              </a:rPr>
              <a:t>价值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21E78C0-BEFF-4CF7-B01B-C84F9142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832" y="4150888"/>
            <a:ext cx="306419" cy="183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33" b="1" i="0">
                <a:solidFill>
                  <a:srgbClr val="213E89"/>
                </a:solidFill>
              </a:defRPr>
            </a:pPr>
            <a:r>
              <a:rPr sz="1133" b="1" i="0">
                <a:solidFill>
                  <a:srgbClr val="213E89"/>
                </a:solidFill>
              </a:rPr>
              <a:t>价值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C5DD29F-6024-4E20-A424-D735F641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46" y="4341327"/>
            <a:ext cx="1530591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2853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95959"/>
                </a:solidFill>
              </a:defRPr>
            </a:pPr>
            <a:r>
              <a:rPr sz="1003" b="1" i="0">
                <a:solidFill>
                  <a:srgbClr val="595959"/>
                </a:solidFill>
              </a:rPr>
              <a:t>提升安全性、稳定性、经济性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DAA9039-A6D3-416D-A73A-E9AA66D5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403" y="4329135"/>
            <a:ext cx="654082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5375"/>
          </a:bodyPr>
          <a:lstStyle xmlns:a="http://schemas.openxmlformats.org/drawingml/2006/main"/>
          <a:p xmlns:a="http://schemas.openxmlformats.org/drawingml/2006/main">
            <a:pPr algn="l">
              <a:defRPr sz="1003" b="0" i="0">
                <a:solidFill>
                  <a:srgbClr val="28786B"/>
                </a:solidFill>
              </a:defRPr>
            </a:pPr>
            <a:r>
              <a:rPr sz="1003" b="0" i="0">
                <a:solidFill>
                  <a:srgbClr val="28786B"/>
                </a:solidFill>
              </a:rPr>
              <a:t>共建技术平台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4343A11-4F6A-4DEC-9228-29DBE475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871" y="4335231"/>
            <a:ext cx="660178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646"/>
          </a:bodyPr>
          <a:lstStyle xmlns:a="http://schemas.openxmlformats.org/drawingml/2006/main"/>
          <a:p xmlns:a="http://schemas.openxmlformats.org/drawingml/2006/main">
            <a:pPr algn="l">
              <a:defRPr sz="1003" b="0" i="0">
                <a:solidFill>
                  <a:srgbClr val="25766C"/>
                </a:solidFill>
              </a:defRPr>
            </a:pPr>
            <a:r>
              <a:rPr sz="1003" b="0" i="0">
                <a:solidFill>
                  <a:srgbClr val="25766C"/>
                </a:solidFill>
              </a:rPr>
              <a:t>联合科研攻关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EC819AB-CC1A-4CF9-8EFF-731FCAF5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066" y="4329135"/>
            <a:ext cx="647986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5338"/>
          </a:bodyPr>
          <a:lstStyle xmlns:a="http://schemas.openxmlformats.org/drawingml/2006/main"/>
          <a:p xmlns:a="http://schemas.openxmlformats.org/drawingml/2006/main">
            <a:pPr algn="l">
              <a:defRPr sz="1003" b="0" i="0">
                <a:solidFill>
                  <a:srgbClr val="26796F"/>
                </a:solidFill>
              </a:defRPr>
            </a:pPr>
            <a:r>
              <a:rPr sz="1003" b="0" i="0">
                <a:solidFill>
                  <a:srgbClr val="26796F"/>
                </a:solidFill>
              </a:rPr>
              <a:t>成果转化应用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A33B711-9738-4B2E-A7A5-3AAB7793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631" y="4348886"/>
            <a:ext cx="1530591" cy="141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4" b="1" i="0">
                <a:solidFill>
                  <a:srgbClr val="4E4E4F"/>
                </a:solidFill>
              </a:defRPr>
            </a:pPr>
            <a:r>
              <a:rPr sz="874" b="1" i="0">
                <a:solidFill>
                  <a:srgbClr val="4E4E4F"/>
                </a:solidFill>
              </a:rPr>
              <a:t>提升教学质量与学生工程能力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D3A9979-C57A-447B-8728-B47C962C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37" y="4512015"/>
            <a:ext cx="1299962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2853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35354"/>
                </a:solidFill>
              </a:defRPr>
            </a:pPr>
            <a:r>
              <a:rPr sz="1003" b="1" i="0">
                <a:solidFill>
                  <a:srgbClr val="535354"/>
                </a:solidFill>
              </a:rPr>
              <a:t>实现降本增效与低碳运营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AC251FA-BC4B-455A-AD94-1DEB470A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211" y="4462760"/>
            <a:ext cx="452819" cy="169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5008"/>
          </a:bodyPr>
          <a:lstStyle xmlns:a="http://schemas.openxmlformats.org/drawingml/2006/main"/>
          <a:p xmlns:a="http://schemas.openxmlformats.org/drawingml/2006/main">
            <a:pPr algn="l">
              <a:defRPr sz="1051" b="0" i="0">
                <a:solidFill>
                  <a:srgbClr val="727776"/>
                </a:solidFill>
              </a:defRPr>
            </a:pPr>
            <a:r>
              <a:rPr sz="1051" b="0" i="0">
                <a:solidFill>
                  <a:srgbClr val="727776"/>
                </a:solidFill>
              </a:rPr>
              <a:t>数据共享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0DE77A6-1D44-40FD-97FF-E18F9C3D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967" y="4482511"/>
            <a:ext cx="623602" cy="14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9447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797A7B"/>
                </a:solidFill>
              </a:defRPr>
            </a:pPr>
            <a:r>
              <a:rPr sz="915" b="0" i="0">
                <a:solidFill>
                  <a:srgbClr val="797A7B"/>
                </a:solidFill>
              </a:rPr>
              <a:t>面向产业难题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62CA06E-6160-436D-A2AD-A6A632AE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066" y="4469343"/>
            <a:ext cx="794385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7897"/>
          </a:bodyPr>
          <a:lstStyle xmlns:a="http://schemas.openxmlformats.org/drawingml/2006/main"/>
          <a:p xmlns:a="http://schemas.openxmlformats.org/drawingml/2006/main">
            <a:pPr algn="l">
              <a:defRPr sz="1003" b="0" i="0">
                <a:solidFill>
                  <a:srgbClr val="787A7B"/>
                </a:solidFill>
              </a:defRPr>
            </a:pPr>
            <a:r>
              <a:rPr sz="1003" b="0" i="0">
                <a:solidFill>
                  <a:srgbClr val="787A7B"/>
                </a:solidFill>
              </a:rPr>
              <a:t>技术验证与工程化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D11F3FF-5886-4154-B108-6AD87CCF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815" y="4512015"/>
            <a:ext cx="1312864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124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55555"/>
                </a:solidFill>
              </a:defRPr>
            </a:pPr>
            <a:r>
              <a:rPr sz="1003" b="1" i="0">
                <a:solidFill>
                  <a:srgbClr val="555555"/>
                </a:solidFill>
              </a:rPr>
              <a:t>加速产教融合与人才输送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D78E63A-ACF9-4903-81FC-DD04C04A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403" y="4616623"/>
            <a:ext cx="428434" cy="14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2193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767779"/>
                </a:solidFill>
              </a:defRPr>
            </a:pPr>
            <a:r>
              <a:rPr sz="915" b="0" i="0">
                <a:solidFill>
                  <a:srgbClr val="767779"/>
                </a:solidFill>
              </a:rPr>
              <a:t>模型共建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DB61D36-AA9E-474F-BE1B-35242BCF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967" y="4616623"/>
            <a:ext cx="617506" cy="14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094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737576"/>
                </a:solidFill>
              </a:defRPr>
            </a:pPr>
            <a:r>
              <a:rPr sz="915" b="0" i="0">
                <a:solidFill>
                  <a:srgbClr val="737576"/>
                </a:solidFill>
              </a:rPr>
              <a:t>开展联合研究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0BF8B4D-801B-4BE7-9A2F-0880A1C5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162" y="4616623"/>
            <a:ext cx="605314" cy="14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783"/>
          </a:bodyPr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767777"/>
                </a:solidFill>
              </a:defRPr>
            </a:pPr>
            <a:r>
              <a:rPr sz="915" b="0" i="0">
                <a:solidFill>
                  <a:srgbClr val="767777"/>
                </a:solidFill>
              </a:rPr>
              <a:t>推动产业应用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17CE07B-A581-4A1A-881D-71D41105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041" y="5125273"/>
            <a:ext cx="684562" cy="197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22" b="0" i="0">
                <a:solidFill>
                  <a:srgbClr val="F1F5FB"/>
                </a:solidFill>
              </a:defRPr>
            </a:pPr>
            <a:r>
              <a:rPr sz="1222" b="0" i="0">
                <a:solidFill>
                  <a:srgbClr val="F1F5FB"/>
                </a:solidFill>
              </a:rPr>
              <a:t>03科研端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0309260-B6AA-41DA-B58D-4888362D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3150" y="5164287"/>
            <a:ext cx="1677810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103391"/>
                </a:solidFill>
              </a:defRPr>
            </a:pPr>
            <a:r>
              <a:rPr sz="1003" b="1" i="0">
                <a:solidFill>
                  <a:srgbClr val="103391"/>
                </a:solidFill>
              </a:rPr>
              <a:t>技术创新驱动，支撑产业升级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A4F2C14-EDD2-4FB0-875E-27B653DF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868" y="5413736"/>
            <a:ext cx="526066" cy="169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8103"/>
          </a:bodyPr>
          <a:lstStyle xmlns:a="http://schemas.openxmlformats.org/drawingml/2006/main"/>
          <a:p xmlns:a="http://schemas.openxmlformats.org/drawingml/2006/main">
            <a:pPr algn="l">
              <a:defRPr sz="1051" b="1" i="0">
                <a:solidFill>
                  <a:srgbClr val="1B378B"/>
                </a:solidFill>
              </a:defRPr>
            </a:pPr>
            <a:r>
              <a:rPr sz="1051" b="1" i="0">
                <a:solidFill>
                  <a:srgbClr val="1B378B"/>
                </a:solidFill>
              </a:rPr>
              <a:t>我们提供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0A1CDD6-3408-45C6-8A7F-9DFF2212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313" y="5473720"/>
            <a:ext cx="294227" cy="183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33" b="1" i="0">
                <a:solidFill>
                  <a:srgbClr val="304D94"/>
                </a:solidFill>
              </a:defRPr>
            </a:pPr>
            <a:r>
              <a:rPr sz="1133" b="1" i="0">
                <a:solidFill>
                  <a:srgbClr val="304D94"/>
                </a:solidFill>
              </a:rPr>
              <a:t>客户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E7734E2-75F6-4B25-BB9A-6E3056B8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499" y="5479329"/>
            <a:ext cx="306419" cy="19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81" b="1" i="0">
                <a:solidFill>
                  <a:srgbClr val="304D98"/>
                </a:solidFill>
              </a:defRPr>
            </a:pPr>
            <a:r>
              <a:rPr sz="1181" b="1" i="0">
                <a:solidFill>
                  <a:srgbClr val="304D98"/>
                </a:solidFill>
              </a:rPr>
              <a:t>需求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B7EA49B-968B-4AC8-A2F9-E0DF0671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222" y="5479816"/>
            <a:ext cx="306419" cy="183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33" b="1" i="0">
                <a:solidFill>
                  <a:srgbClr val="2E4A8F"/>
                </a:solidFill>
              </a:defRPr>
            </a:pPr>
            <a:r>
              <a:rPr sz="1133" b="1" i="0">
                <a:solidFill>
                  <a:srgbClr val="2E4A8F"/>
                </a:solidFill>
              </a:rPr>
              <a:t>价值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FCE2411-08CB-4AD1-8029-9BCF988A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596" y="5584424"/>
            <a:ext cx="1005426" cy="169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0931"/>
          </a:bodyPr>
          <a:lstStyle xmlns:a="http://schemas.openxmlformats.org/drawingml/2006/main"/>
          <a:p xmlns:a="http://schemas.openxmlformats.org/drawingml/2006/main">
            <a:pPr algn="l">
              <a:defRPr sz="1051" b="1" i="0">
                <a:solidFill>
                  <a:srgbClr val="555556"/>
                </a:solidFill>
              </a:defRPr>
            </a:pPr>
            <a:r>
              <a:rPr sz="1051" b="1" i="0">
                <a:solidFill>
                  <a:srgbClr val="555556"/>
                </a:solidFill>
              </a:rPr>
              <a:t>·高质量工业数据集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2FAE009-24E8-4A5B-B577-2908A041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409" y="5666354"/>
            <a:ext cx="763905" cy="219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63384"/>
          </a:bodyPr>
          <a:lstStyle xmlns:a="http://schemas.openxmlformats.org/drawingml/2006/main"/>
          <a:p xmlns:a="http://schemas.openxmlformats.org/drawingml/2006/main">
            <a:pPr algn="l">
              <a:defRPr sz="1351" b="0" i="0">
                <a:solidFill>
                  <a:srgbClr val="666667"/>
                </a:solidFill>
              </a:defRPr>
            </a:pPr>
            <a:r>
              <a:rPr sz="1351" b="0" i="0">
                <a:solidFill>
                  <a:srgbClr val="666667"/>
                </a:solidFill>
              </a:rPr>
              <a:t>高校科研团队、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9C6EDE2-7AAE-48BB-BB36-140D4B87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403" y="5694639"/>
            <a:ext cx="745617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863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25253"/>
                </a:solidFill>
              </a:defRPr>
            </a:pPr>
            <a:r>
              <a:rPr sz="1003" b="1" i="0">
                <a:solidFill>
                  <a:srgbClr val="525253"/>
                </a:solidFill>
              </a:rPr>
              <a:t>工业数据匮乏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2DE5540-82B5-4873-AF56-913CEE66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153" y="5694639"/>
            <a:ext cx="1063033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2853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A595B"/>
                </a:solidFill>
              </a:defRPr>
            </a:pPr>
            <a:r>
              <a:rPr sz="1003" b="1" i="0">
                <a:solidFill>
                  <a:srgbClr val="5A595B"/>
                </a:solidFill>
              </a:rPr>
              <a:t>支撑论文、专利产出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FD6EBF2-1993-41B6-A02C-F89251EE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099" y="5761695"/>
            <a:ext cx="1114339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124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75658"/>
                </a:solidFill>
              </a:defRPr>
            </a:pPr>
            <a:r>
              <a:rPr sz="1003" b="1" i="0">
                <a:solidFill>
                  <a:srgbClr val="575658"/>
                </a:solidFill>
              </a:rPr>
              <a:t>·虚拟实验与验证环境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D4AC703-9644-449C-96BF-0311EFB4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967" y="5859231"/>
            <a:ext cx="1024628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9114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45455"/>
                </a:solidFill>
              </a:defRPr>
            </a:pPr>
            <a:r>
              <a:rPr sz="1003" b="1" i="0">
                <a:solidFill>
                  <a:srgbClr val="545455"/>
                </a:solidFill>
              </a:rPr>
              <a:t>研发院所、研究机构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E38C6F3-0CAB-42EC-B024-BD5A7F24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019" y="5859231"/>
            <a:ext cx="776097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6591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A585A"/>
                </a:solidFill>
              </a:defRPr>
            </a:pPr>
            <a:r>
              <a:rPr sz="1003" b="1" i="0">
                <a:solidFill>
                  <a:srgbClr val="5A585A"/>
                </a:solidFill>
              </a:rPr>
              <a:t>·验证环境缺失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898A497-59F9-4EB2-9921-34B8AC36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905" y="5859231"/>
            <a:ext cx="1069434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2853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25253"/>
                </a:solidFill>
              </a:defRPr>
            </a:pPr>
            <a:r>
              <a:rPr sz="1003" b="1" i="0">
                <a:solidFill>
                  <a:srgbClr val="525253"/>
                </a:solidFill>
              </a:rPr>
              <a:t>推动科研成果产业化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225B2E5-8882-496F-A89F-A47D2B47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003" y="5926287"/>
            <a:ext cx="1114339" cy="16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124"/>
          </a:bodyPr>
          <a:lstStyle xmlns:a="http://schemas.openxmlformats.org/drawingml/2006/main"/>
          <a:p xmlns:a="http://schemas.openxmlformats.org/drawingml/2006/main">
            <a:pPr algn="l">
              <a:defRPr sz="1003" b="1" i="0">
                <a:solidFill>
                  <a:srgbClr val="575759"/>
                </a:solidFill>
              </a:defRPr>
            </a:pPr>
            <a:r>
              <a:rPr sz="1003" b="1" i="0">
                <a:solidFill>
                  <a:srgbClr val="575759"/>
                </a:solidFill>
              </a:rPr>
              <a:t>·算法验证与对比平台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53B4A2C4-3C93-4FCF-A828-E8A64A39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115" y="6296193"/>
            <a:ext cx="1376872" cy="19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81" b="0" i="0">
                <a:solidFill>
                  <a:srgbClr val="EBC571"/>
                </a:solidFill>
              </a:defRPr>
            </a:pPr>
            <a:r>
              <a:rPr sz="1181" b="0" i="0">
                <a:solidFill>
                  <a:srgbClr val="EBC571"/>
                </a:solidFill>
              </a:rPr>
              <a:t>三端协同，价值共创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845DDED-2CE3-4302-B287-84F1E823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687" y="6276442"/>
            <a:ext cx="1536992" cy="212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0" b="0" i="0">
                <a:solidFill>
                  <a:srgbClr val="E4BF6F"/>
                </a:solidFill>
              </a:defRPr>
            </a:pPr>
            <a:r>
              <a:rPr sz="1310" b="0" i="0">
                <a:solidFill>
                  <a:srgbClr val="E4BF6F"/>
                </a:solidFill>
              </a:rPr>
              <a:t>产业提供真实问题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10F76C9-680D-4894-A7E7-228BF5D4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878" y="6270346"/>
            <a:ext cx="1549794" cy="212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0" b="0" i="0">
                <a:solidFill>
                  <a:srgbClr val="DFBB6F"/>
                </a:solidFill>
              </a:defRPr>
            </a:pPr>
            <a:r>
              <a:rPr sz="1310" b="0" i="0">
                <a:solidFill>
                  <a:srgbClr val="DFBB6F"/>
                </a:solidFill>
              </a:rPr>
              <a:t>科研提供技术创新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AF0BFD9C-5AB8-4762-9893-64649B91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765" y="6296193"/>
            <a:ext cx="1255157" cy="19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81" b="0" i="0">
                <a:solidFill>
                  <a:srgbClr val="E4C06F"/>
                </a:solidFill>
              </a:defRPr>
            </a:pPr>
            <a:r>
              <a:rPr sz="1181" b="0" i="0">
                <a:solidFill>
                  <a:srgbClr val="E4C06F"/>
                </a:solidFill>
              </a:rPr>
              <a:t>教学培养实战人才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D3C16C8-5CFC-42DD-A94E-5C369005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826" y="6296193"/>
            <a:ext cx="1293562" cy="19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81" b="0" i="0">
                <a:solidFill>
                  <a:srgbClr val="E9C16F"/>
                </a:solidFill>
              </a:defRPr>
            </a:pPr>
            <a:r>
              <a:rPr sz="1181" b="0" i="0">
                <a:solidFill>
                  <a:srgbClr val="E9C16F"/>
                </a:solidFill>
              </a:rPr>
              <a:t>生态协同持续发展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5320C79-31C2-4F02-9216-AE1CE5B3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672" y="6563441"/>
            <a:ext cx="6898672" cy="205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69" b="0" i="0">
                <a:solidFill>
                  <a:srgbClr val="F1C66E"/>
                </a:solidFill>
              </a:defRPr>
            </a:pPr>
            <a:r>
              <a:rPr sz="1269" b="0" i="0">
                <a:solidFill>
                  <a:srgbClr val="F1C66E"/>
                </a:solidFill>
              </a:rPr>
              <a:t>以虚拟化工现场为底座，通过大赛与联合实验室连接产学研，构建可持续的创新与转化生态</a:t>
            </a:r>
          </a:p>
        </p:txBody>
      </p:sp>
    </p:spTree>
    <p:extLst>
      <p:ext uri="{BB962C8B-B14F-4D97-AF65-F5344CB8AC3E}">
        <p14:creationId xmlns:p14="http://schemas.microsoft.com/office/powerpoint/2010/main" val="1225244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2026-07-31T03:58:36.6290000Z</dcterms:created>
  <dcterms:modified xsi:type="dcterms:W3CDTF">2026-07-31T03:58:36.6290000Z</dcterms:modified>
</coreProperties>
</file>